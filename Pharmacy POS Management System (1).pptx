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c734f6cb5810ca37d96b1e53be29f734be35134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5268" b="526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13157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Shape 2"/>
          <p:cNvSpPr/>
          <p:nvPr/>
        </p:nvSpPr>
        <p:spPr>
          <a:xfrm>
            <a:off x="115062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16967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3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429000" y="1181100"/>
            <a:ext cx="5334000" cy="419100"/>
          </a:xfrm>
          <a:custGeom>
            <a:avLst/>
            <a:gdLst/>
            <a:ahLst/>
            <a:cxnLst/>
            <a:rect l="l" t="t" r="r" b="b"/>
            <a:pathLst>
              <a:path w="5334000" h="419100">
                <a:moveTo>
                  <a:pt x="0" y="0"/>
                </a:moveTo>
                <a:lnTo>
                  <a:pt x="5334000" y="0"/>
                </a:lnTo>
                <a:lnTo>
                  <a:pt x="53340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5"/>
          <p:cNvSpPr/>
          <p:nvPr/>
        </p:nvSpPr>
        <p:spPr>
          <a:xfrm>
            <a:off x="3386138" y="1181100"/>
            <a:ext cx="5419725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135" kern="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KCA UNIVERSITY | BSc INFORMATION TECHNOLOGY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02868" y="2057400"/>
            <a:ext cx="6781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Pharmacy POS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System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0" y="4000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3945285" y="43434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Modern Solution for MedPlus Pharmacy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42308" y="51054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RALPH OSIKO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47071" y="54102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04718" y="51054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23/08138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09481" y="541020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76616" y="510540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JACOB OLOO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81379" y="541020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99" y="0"/>
            <a:ext cx="4067175" cy="6858000"/>
          </a:xfrm>
          <a:custGeom>
            <a:avLst/>
            <a:gdLst/>
            <a:ahLst/>
            <a:cxnLst/>
            <a:rect l="l" t="t" r="r" b="b"/>
            <a:pathLst>
              <a:path w="4067175" h="6858000">
                <a:moveTo>
                  <a:pt x="0" y="0"/>
                </a:moveTo>
                <a:lnTo>
                  <a:pt x="4067175" y="0"/>
                </a:lnTo>
                <a:lnTo>
                  <a:pt x="40671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DFF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4191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810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556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&amp; Project 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95400"/>
            <a:ext cx="5543550" cy="1504950"/>
          </a:xfrm>
          <a:custGeom>
            <a:avLst/>
            <a:gdLst/>
            <a:ahLst/>
            <a:cxnLst/>
            <a:rect l="l" t="t" r="r" b="b"/>
            <a:pathLst>
              <a:path w="5543550" h="1504950">
                <a:moveTo>
                  <a:pt x="0" y="0"/>
                </a:moveTo>
                <a:lnTo>
                  <a:pt x="5543550" y="0"/>
                </a:lnTo>
                <a:lnTo>
                  <a:pt x="55435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954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6"/>
          <p:cNvSpPr/>
          <p:nvPr/>
        </p:nvSpPr>
        <p:spPr>
          <a:xfrm>
            <a:off x="623888" y="1504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866900"/>
            <a:ext cx="5219700" cy="29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4000"/>
                  </a:srgbClr>
                </a:solidFill>
                <a:highlight>
                  <a:srgbClr val="121212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Information technology has transformed healthcare operations, particularly in retail pharmacy services. Medicine dispensing and sales transaction management are key areas affected by these advancements.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4000"/>
                  </a:srgbClr>
                </a:solidFill>
                <a:highlight>
                  <a:srgbClr val="121212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 Pharmacy Point of Sale (POS) system is a computerized solution that enables pharmacies to process sales transactions, manage medicine inventory, track expiry dates, handle prescriptions, and generate reports efficiently.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4000"/>
                  </a:srgbClr>
                </a:solidFill>
                <a:highlight>
                  <a:srgbClr val="121212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In today's competitive healthcare environment, accurate and fast transaction processing is essential for customer satisfaction, patient safety, and effective pharmacy management.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543550" cy="2400300"/>
          </a:xfrm>
          <a:custGeom>
            <a:avLst/>
            <a:gdLst/>
            <a:ahLst/>
            <a:cxnLst/>
            <a:rect l="l" t="t" r="r" b="b"/>
            <a:pathLst>
              <a:path w="5543550" h="2400300">
                <a:moveTo>
                  <a:pt x="0" y="0"/>
                </a:moveTo>
                <a:lnTo>
                  <a:pt x="5543550" y="0"/>
                </a:lnTo>
                <a:lnTo>
                  <a:pt x="55435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990850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3163" y="1300163"/>
            <a:ext cx="5553075" cy="3514725"/>
          </a:xfrm>
          <a:custGeom>
            <a:avLst/>
            <a:gdLst/>
            <a:ahLst/>
            <a:cxnLst/>
            <a:rect l="l" t="t" r="r" b="b"/>
            <a:pathLst>
              <a:path w="5553075" h="3514725">
                <a:moveTo>
                  <a:pt x="0" y="0"/>
                </a:moveTo>
                <a:lnTo>
                  <a:pt x="5553075" y="0"/>
                </a:lnTo>
                <a:lnTo>
                  <a:pt x="5553075" y="3514725"/>
                </a:lnTo>
                <a:lnTo>
                  <a:pt x="0" y="35147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5575" y="1514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48475" y="149542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8425" y="1876425"/>
            <a:ext cx="5238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computerized Pharmacy POS Management System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designed to streamline operations, minimize losses from expired medicines, ensure regulatory compliance with Pharmacy and Poisons Board of Kenya, and enhance decision-making.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3188" y="3024188"/>
            <a:ext cx="2514600" cy="733425"/>
          </a:xfrm>
          <a:custGeom>
            <a:avLst/>
            <a:gdLst/>
            <a:ahLst/>
            <a:cxnLst/>
            <a:rect l="l" t="t" r="r" b="b"/>
            <a:pathLst>
              <a:path w="2514600" h="733425">
                <a:moveTo>
                  <a:pt x="0" y="0"/>
                </a:moveTo>
                <a:lnTo>
                  <a:pt x="2514600" y="0"/>
                </a:lnTo>
                <a:lnTo>
                  <a:pt x="25146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96187" y="3143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cubicBezTo>
                  <a:pt x="14288" y="44336"/>
                  <a:pt x="27102" y="57150"/>
                  <a:pt x="42863" y="57150"/>
                </a:cubicBezTo>
                <a:lnTo>
                  <a:pt x="64294" y="57150"/>
                </a:lnTo>
                <a:lnTo>
                  <a:pt x="64294" y="71438"/>
                </a:lnTo>
                <a:lnTo>
                  <a:pt x="38844" y="71438"/>
                </a:lnTo>
                <a:cubicBezTo>
                  <a:pt x="24735" y="71438"/>
                  <a:pt x="12725" y="81751"/>
                  <a:pt x="10582" y="95726"/>
                </a:cubicBezTo>
                <a:lnTo>
                  <a:pt x="491" y="162565"/>
                </a:lnTo>
                <a:cubicBezTo>
                  <a:pt x="179" y="164663"/>
                  <a:pt x="0" y="166807"/>
                  <a:pt x="0" y="168950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00025" y="228600"/>
                </a:lnTo>
                <a:cubicBezTo>
                  <a:pt x="215786" y="228600"/>
                  <a:pt x="228600" y="215786"/>
                  <a:pt x="228600" y="200025"/>
                </a:cubicBezTo>
                <a:lnTo>
                  <a:pt x="228600" y="168950"/>
                </a:lnTo>
                <a:cubicBezTo>
                  <a:pt x="228600" y="166807"/>
                  <a:pt x="228421" y="164663"/>
                  <a:pt x="228109" y="162520"/>
                </a:cubicBezTo>
                <a:lnTo>
                  <a:pt x="217974" y="95726"/>
                </a:lnTo>
                <a:cubicBezTo>
                  <a:pt x="215875" y="81751"/>
                  <a:pt x="203865" y="71438"/>
                  <a:pt x="189756" y="71438"/>
                </a:cubicBezTo>
                <a:lnTo>
                  <a:pt x="92869" y="71438"/>
                </a:lnTo>
                <a:lnTo>
                  <a:pt x="92869" y="57150"/>
                </a:lnTo>
                <a:lnTo>
                  <a:pt x="114300" y="57150"/>
                </a:lnTo>
                <a:cubicBezTo>
                  <a:pt x="130061" y="57150"/>
                  <a:pt x="142875" y="44336"/>
                  <a:pt x="142875" y="28575"/>
                </a:cubicBezTo>
                <a:cubicBezTo>
                  <a:pt x="142875" y="12814"/>
                  <a:pt x="130061" y="0"/>
                  <a:pt x="114300" y="0"/>
                </a:cubicBezTo>
                <a:lnTo>
                  <a:pt x="42863" y="0"/>
                </a:lnTo>
                <a:close/>
                <a:moveTo>
                  <a:pt x="42863" y="21431"/>
                </a:moveTo>
                <a:lnTo>
                  <a:pt x="114300" y="21431"/>
                </a:lnTo>
                <a:cubicBezTo>
                  <a:pt x="118229" y="21431"/>
                  <a:pt x="121444" y="24646"/>
                  <a:pt x="121444" y="28575"/>
                </a:cubicBezTo>
                <a:cubicBezTo>
                  <a:pt x="121444" y="32504"/>
                  <a:pt x="118229" y="35719"/>
                  <a:pt x="114300" y="35719"/>
                </a:cubicBezTo>
                <a:lnTo>
                  <a:pt x="42863" y="35719"/>
                </a:lnTo>
                <a:cubicBezTo>
                  <a:pt x="38933" y="35719"/>
                  <a:pt x="35719" y="32504"/>
                  <a:pt x="35719" y="28575"/>
                </a:cubicBezTo>
                <a:cubicBezTo>
                  <a:pt x="35719" y="24646"/>
                  <a:pt x="38933" y="21431"/>
                  <a:pt x="42863" y="21431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189309" y="178594"/>
                </a:lnTo>
                <a:cubicBezTo>
                  <a:pt x="195248" y="178594"/>
                  <a:pt x="200025" y="183371"/>
                  <a:pt x="200025" y="189309"/>
                </a:cubicBezTo>
                <a:cubicBezTo>
                  <a:pt x="200025" y="195248"/>
                  <a:pt x="195248" y="200025"/>
                  <a:pt x="189309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50006" y="117872"/>
                </a:moveTo>
                <a:cubicBezTo>
                  <a:pt x="44092" y="117872"/>
                  <a:pt x="39291" y="113070"/>
                  <a:pt x="39291" y="107156"/>
                </a:cubicBezTo>
                <a:cubicBezTo>
                  <a:pt x="39291" y="101242"/>
                  <a:pt x="44092" y="96441"/>
                  <a:pt x="50006" y="96441"/>
                </a:cubicBezTo>
                <a:cubicBezTo>
                  <a:pt x="55920" y="96441"/>
                  <a:pt x="60722" y="101242"/>
                  <a:pt x="60722" y="107156"/>
                </a:cubicBezTo>
                <a:cubicBezTo>
                  <a:pt x="60722" y="113070"/>
                  <a:pt x="55920" y="117872"/>
                  <a:pt x="50006" y="117872"/>
                </a:cubicBezTo>
                <a:close/>
                <a:moveTo>
                  <a:pt x="103584" y="107156"/>
                </a:moveTo>
                <a:cubicBezTo>
                  <a:pt x="103584" y="113070"/>
                  <a:pt x="98783" y="117872"/>
                  <a:pt x="92869" y="117872"/>
                </a:cubicBezTo>
                <a:cubicBezTo>
                  <a:pt x="86955" y="117872"/>
                  <a:pt x="82153" y="113070"/>
                  <a:pt x="82153" y="107156"/>
                </a:cubicBezTo>
                <a:cubicBezTo>
                  <a:pt x="82153" y="101242"/>
                  <a:pt x="86955" y="96441"/>
                  <a:pt x="92869" y="96441"/>
                </a:cubicBezTo>
                <a:cubicBezTo>
                  <a:pt x="98783" y="96441"/>
                  <a:pt x="103584" y="101242"/>
                  <a:pt x="103584" y="107156"/>
                </a:cubicBezTo>
                <a:close/>
                <a:moveTo>
                  <a:pt x="71438" y="153591"/>
                </a:moveTo>
                <a:cubicBezTo>
                  <a:pt x="65523" y="153591"/>
                  <a:pt x="60722" y="148789"/>
                  <a:pt x="60722" y="142875"/>
                </a:cubicBezTo>
                <a:cubicBezTo>
                  <a:pt x="60722" y="136961"/>
                  <a:pt x="65523" y="132159"/>
                  <a:pt x="71438" y="132159"/>
                </a:cubicBezTo>
                <a:cubicBezTo>
                  <a:pt x="77352" y="132159"/>
                  <a:pt x="82153" y="136961"/>
                  <a:pt x="82153" y="142875"/>
                </a:cubicBezTo>
                <a:cubicBezTo>
                  <a:pt x="82153" y="148789"/>
                  <a:pt x="77352" y="153591"/>
                  <a:pt x="71438" y="153591"/>
                </a:cubicBezTo>
                <a:close/>
                <a:moveTo>
                  <a:pt x="146447" y="107156"/>
                </a:moveTo>
                <a:cubicBezTo>
                  <a:pt x="146447" y="113070"/>
                  <a:pt x="141645" y="117872"/>
                  <a:pt x="135731" y="117872"/>
                </a:cubicBezTo>
                <a:cubicBezTo>
                  <a:pt x="129817" y="117872"/>
                  <a:pt x="125016" y="113070"/>
                  <a:pt x="125016" y="107156"/>
                </a:cubicBezTo>
                <a:cubicBezTo>
                  <a:pt x="125016" y="101242"/>
                  <a:pt x="129817" y="96441"/>
                  <a:pt x="135731" y="96441"/>
                </a:cubicBezTo>
                <a:cubicBezTo>
                  <a:pt x="141645" y="96441"/>
                  <a:pt x="146447" y="101242"/>
                  <a:pt x="146447" y="107156"/>
                </a:cubicBezTo>
                <a:close/>
                <a:moveTo>
                  <a:pt x="114300" y="153591"/>
                </a:moveTo>
                <a:cubicBezTo>
                  <a:pt x="108386" y="153591"/>
                  <a:pt x="103584" y="148789"/>
                  <a:pt x="103584" y="142875"/>
                </a:cubicBezTo>
                <a:cubicBezTo>
                  <a:pt x="103584" y="136961"/>
                  <a:pt x="108386" y="132159"/>
                  <a:pt x="114300" y="132159"/>
                </a:cubicBezTo>
                <a:cubicBezTo>
                  <a:pt x="120214" y="132159"/>
                  <a:pt x="125016" y="136961"/>
                  <a:pt x="125016" y="142875"/>
                </a:cubicBezTo>
                <a:cubicBezTo>
                  <a:pt x="125016" y="148789"/>
                  <a:pt x="120214" y="153591"/>
                  <a:pt x="114300" y="153591"/>
                </a:cubicBezTo>
                <a:close/>
                <a:moveTo>
                  <a:pt x="189309" y="107156"/>
                </a:moveTo>
                <a:cubicBezTo>
                  <a:pt x="189309" y="113070"/>
                  <a:pt x="184508" y="117872"/>
                  <a:pt x="178594" y="117872"/>
                </a:cubicBezTo>
                <a:cubicBezTo>
                  <a:pt x="172680" y="117872"/>
                  <a:pt x="167878" y="113070"/>
                  <a:pt x="167878" y="107156"/>
                </a:cubicBezTo>
                <a:cubicBezTo>
                  <a:pt x="167878" y="101242"/>
                  <a:pt x="172680" y="96441"/>
                  <a:pt x="178594" y="96441"/>
                </a:cubicBezTo>
                <a:cubicBezTo>
                  <a:pt x="184508" y="96441"/>
                  <a:pt x="189309" y="101242"/>
                  <a:pt x="189309" y="107156"/>
                </a:cubicBezTo>
                <a:close/>
                <a:moveTo>
                  <a:pt x="157163" y="153591"/>
                </a:moveTo>
                <a:cubicBezTo>
                  <a:pt x="151248" y="153591"/>
                  <a:pt x="146447" y="148789"/>
                  <a:pt x="146447" y="142875"/>
                </a:cubicBezTo>
                <a:cubicBezTo>
                  <a:pt x="146447" y="136961"/>
                  <a:pt x="151248" y="132159"/>
                  <a:pt x="157163" y="132159"/>
                </a:cubicBezTo>
                <a:cubicBezTo>
                  <a:pt x="163077" y="132159"/>
                  <a:pt x="167878" y="136961"/>
                  <a:pt x="167878" y="142875"/>
                </a:cubicBezTo>
                <a:cubicBezTo>
                  <a:pt x="167878" y="148789"/>
                  <a:pt x="163077" y="153591"/>
                  <a:pt x="157163" y="15359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8913" y="3448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Processing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1613" y="3024188"/>
            <a:ext cx="2514600" cy="733425"/>
          </a:xfrm>
          <a:custGeom>
            <a:avLst/>
            <a:gdLst/>
            <a:ahLst/>
            <a:cxnLst/>
            <a:rect l="l" t="t" r="r" b="b"/>
            <a:pathLst>
              <a:path w="2514600" h="733425">
                <a:moveTo>
                  <a:pt x="0" y="0"/>
                </a:moveTo>
                <a:lnTo>
                  <a:pt x="2514600" y="0"/>
                </a:lnTo>
                <a:lnTo>
                  <a:pt x="25146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34613" y="3143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9177338" y="344805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Mgmt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53188" y="3881438"/>
            <a:ext cx="2514600" cy="733425"/>
          </a:xfrm>
          <a:custGeom>
            <a:avLst/>
            <a:gdLst/>
            <a:ahLst/>
            <a:cxnLst/>
            <a:rect l="l" t="t" r="r" b="b"/>
            <a:pathLst>
              <a:path w="2514600" h="733425">
                <a:moveTo>
                  <a:pt x="0" y="0"/>
                </a:moveTo>
                <a:lnTo>
                  <a:pt x="2514600" y="0"/>
                </a:lnTo>
                <a:lnTo>
                  <a:pt x="25146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0475" y="4000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6385" y="0"/>
                  <a:pt x="0" y="6385"/>
                  <a:pt x="0" y="14288"/>
                </a:cubicBezTo>
                <a:lnTo>
                  <a:pt x="0" y="128588"/>
                </a:lnTo>
                <a:cubicBezTo>
                  <a:pt x="0" y="136490"/>
                  <a:pt x="6385" y="142875"/>
                  <a:pt x="14288" y="142875"/>
                </a:cubicBezTo>
                <a:cubicBezTo>
                  <a:pt x="22190" y="142875"/>
                  <a:pt x="28575" y="136490"/>
                  <a:pt x="28575" y="128588"/>
                </a:cubicBezTo>
                <a:lnTo>
                  <a:pt x="28575" y="100013"/>
                </a:lnTo>
                <a:lnTo>
                  <a:pt x="51212" y="100013"/>
                </a:lnTo>
                <a:lnTo>
                  <a:pt x="108362" y="157163"/>
                </a:lnTo>
                <a:lnTo>
                  <a:pt x="61302" y="204222"/>
                </a:lnTo>
                <a:cubicBezTo>
                  <a:pt x="55721" y="209803"/>
                  <a:pt x="55721" y="218867"/>
                  <a:pt x="61302" y="224448"/>
                </a:cubicBezTo>
                <a:cubicBezTo>
                  <a:pt x="66883" y="230029"/>
                  <a:pt x="75947" y="230029"/>
                  <a:pt x="81528" y="224448"/>
                </a:cubicBezTo>
                <a:lnTo>
                  <a:pt x="128588" y="177388"/>
                </a:lnTo>
                <a:lnTo>
                  <a:pt x="175647" y="224403"/>
                </a:lnTo>
                <a:cubicBezTo>
                  <a:pt x="181228" y="229984"/>
                  <a:pt x="190292" y="229984"/>
                  <a:pt x="195873" y="224403"/>
                </a:cubicBezTo>
                <a:cubicBezTo>
                  <a:pt x="201454" y="218822"/>
                  <a:pt x="201454" y="209758"/>
                  <a:pt x="195873" y="204177"/>
                </a:cubicBezTo>
                <a:lnTo>
                  <a:pt x="148813" y="157163"/>
                </a:lnTo>
                <a:lnTo>
                  <a:pt x="195828" y="110103"/>
                </a:lnTo>
                <a:cubicBezTo>
                  <a:pt x="201409" y="104522"/>
                  <a:pt x="201409" y="95458"/>
                  <a:pt x="195828" y="89877"/>
                </a:cubicBezTo>
                <a:cubicBezTo>
                  <a:pt x="190247" y="84296"/>
                  <a:pt x="181183" y="84296"/>
                  <a:pt x="175602" y="89877"/>
                </a:cubicBezTo>
                <a:lnTo>
                  <a:pt x="128588" y="136937"/>
                </a:lnTo>
                <a:lnTo>
                  <a:pt x="90279" y="98628"/>
                </a:lnTo>
                <a:cubicBezTo>
                  <a:pt x="112246" y="93360"/>
                  <a:pt x="128588" y="73581"/>
                  <a:pt x="128588" y="50006"/>
                </a:cubicBezTo>
                <a:cubicBezTo>
                  <a:pt x="128588" y="22369"/>
                  <a:pt x="106219" y="0"/>
                  <a:pt x="78581" y="0"/>
                </a:cubicBezTo>
                <a:lnTo>
                  <a:pt x="14288" y="0"/>
                </a:lnTo>
                <a:close/>
                <a:moveTo>
                  <a:pt x="78581" y="71438"/>
                </a:moveTo>
                <a:lnTo>
                  <a:pt x="28575" y="71438"/>
                </a:lnTo>
                <a:lnTo>
                  <a:pt x="28575" y="28575"/>
                </a:lnTo>
                <a:lnTo>
                  <a:pt x="78581" y="28575"/>
                </a:lnTo>
                <a:cubicBezTo>
                  <a:pt x="90413" y="28575"/>
                  <a:pt x="100013" y="38174"/>
                  <a:pt x="100013" y="50006"/>
                </a:cubicBezTo>
                <a:cubicBezTo>
                  <a:pt x="100013" y="61838"/>
                  <a:pt x="90413" y="71438"/>
                  <a:pt x="78581" y="7143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8913" y="430530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Tracking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91613" y="3881438"/>
            <a:ext cx="2514600" cy="733425"/>
          </a:xfrm>
          <a:custGeom>
            <a:avLst/>
            <a:gdLst/>
            <a:ahLst/>
            <a:cxnLst/>
            <a:rect l="l" t="t" r="r" b="b"/>
            <a:pathLst>
              <a:path w="2514600" h="733425">
                <a:moveTo>
                  <a:pt x="0" y="0"/>
                </a:moveTo>
                <a:lnTo>
                  <a:pt x="2514600" y="0"/>
                </a:lnTo>
                <a:lnTo>
                  <a:pt x="251460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34613" y="4000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9177338" y="430530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Reports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8400" y="5010150"/>
            <a:ext cx="5562600" cy="1333500"/>
          </a:xfrm>
          <a:custGeom>
            <a:avLst/>
            <a:gdLst/>
            <a:ahLst/>
            <a:cxnLst/>
            <a:rect l="l" t="t" r="r" b="b"/>
            <a:pathLst>
              <a:path w="5562600" h="1333500">
                <a:moveTo>
                  <a:pt x="0" y="0"/>
                </a:moveTo>
                <a:lnTo>
                  <a:pt x="5562600" y="0"/>
                </a:lnTo>
                <a:lnTo>
                  <a:pt x="5562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67475" y="521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38950" y="520065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7950" y="5619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05600" y="558165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accuracy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05900" y="5619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4" name="Text 32"/>
          <p:cNvSpPr/>
          <p:nvPr/>
        </p:nvSpPr>
        <p:spPr>
          <a:xfrm>
            <a:off x="9353550" y="558165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transactions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7950" y="596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6" name="Text 34"/>
          <p:cNvSpPr/>
          <p:nvPr/>
        </p:nvSpPr>
        <p:spPr>
          <a:xfrm>
            <a:off x="6705600" y="5924550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errors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105900" y="596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9353550" y="59245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compliance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0"/>
                </a:moveTo>
                <a:lnTo>
                  <a:pt x="12192000" y="0"/>
                </a:lnTo>
                <a:lnTo>
                  <a:pt x="12192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DDFF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4191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81000"/>
            <a:ext cx="661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678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304925"/>
            <a:ext cx="4419600" cy="5162550"/>
          </a:xfrm>
          <a:custGeom>
            <a:avLst/>
            <a:gdLst/>
            <a:ahLst/>
            <a:cxnLst/>
            <a:rect l="l" t="t" r="r" b="b"/>
            <a:pathLst>
              <a:path w="4419600" h="5162550">
                <a:moveTo>
                  <a:pt x="0" y="0"/>
                </a:moveTo>
                <a:lnTo>
                  <a:pt x="4419600" y="0"/>
                </a:lnTo>
                <a:lnTo>
                  <a:pt x="4419600" y="5162550"/>
                </a:lnTo>
                <a:lnTo>
                  <a:pt x="0" y="5162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750" y="15525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Text 6"/>
          <p:cNvSpPr/>
          <p:nvPr/>
        </p:nvSpPr>
        <p:spPr>
          <a:xfrm>
            <a:off x="1100138" y="1543050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50" y="2038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" y="20383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7750" y="203835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Systems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7750" y="230505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Prone to errors in pricing and calculations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647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" y="26479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" y="264795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Inventory Tracking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7750" y="291465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real-time stock level monitoring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3257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0550" y="32575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7750" y="325755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Expiry Date Failures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7750" y="35242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of dispensing expired medicines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8650" y="3867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" y="3867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7750" y="386715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Reporting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7750" y="413385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report generation is time-consuming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650" y="4476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590550" y="44767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7750" y="44767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Issues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7750" y="4743450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Difficulty managing prescription records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413" y="5529263"/>
            <a:ext cx="3933825" cy="695325"/>
          </a:xfrm>
          <a:custGeom>
            <a:avLst/>
            <a:gdLst/>
            <a:ahLst/>
            <a:cxnLst/>
            <a:rect l="l" t="t" r="r" b="b"/>
            <a:pathLst>
              <a:path w="3933825" h="695325">
                <a:moveTo>
                  <a:pt x="0" y="0"/>
                </a:moveTo>
                <a:lnTo>
                  <a:pt x="3933825" y="0"/>
                </a:lnTo>
                <a:lnTo>
                  <a:pt x="3933825" y="695325"/>
                </a:lnTo>
                <a:lnTo>
                  <a:pt x="0" y="6953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2000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575" y="5686425"/>
            <a:ext cx="3686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Financial losses, poor customer service, regulatory compliance issues, and inefficient operations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63430" y="1295400"/>
            <a:ext cx="6743700" cy="1600200"/>
          </a:xfrm>
          <a:custGeom>
            <a:avLst/>
            <a:gdLst/>
            <a:ahLst/>
            <a:cxnLst/>
            <a:rect l="l" t="t" r="r" b="b"/>
            <a:pathLst>
              <a:path w="6743700" h="1600200">
                <a:moveTo>
                  <a:pt x="0" y="0"/>
                </a:moveTo>
                <a:lnTo>
                  <a:pt x="6743700" y="0"/>
                </a:lnTo>
                <a:lnTo>
                  <a:pt x="67437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63430" y="12954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3" name="Shape 31"/>
          <p:cNvSpPr/>
          <p:nvPr/>
        </p:nvSpPr>
        <p:spPr>
          <a:xfrm>
            <a:off x="530155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4" name="Text 32"/>
          <p:cNvSpPr/>
          <p:nvPr/>
        </p:nvSpPr>
        <p:spPr>
          <a:xfrm>
            <a:off x="5673030" y="14859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72980" y="1866900"/>
            <a:ext cx="64293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and implement an efficient Pharmacy POS Management System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MedPlus Pharmacy that automates sales transactions, medicine inventory management, and prescription tracking.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44380" y="3083719"/>
            <a:ext cx="6762750" cy="3048000"/>
          </a:xfrm>
          <a:custGeom>
            <a:avLst/>
            <a:gdLst/>
            <a:ahLst/>
            <a:cxnLst/>
            <a:rect l="l" t="t" r="r" b="b"/>
            <a:pathLst>
              <a:path w="6762750" h="3048000">
                <a:moveTo>
                  <a:pt x="0" y="0"/>
                </a:moveTo>
                <a:lnTo>
                  <a:pt x="6762750" y="0"/>
                </a:lnTo>
                <a:lnTo>
                  <a:pt x="676275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63455" y="3293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5634930" y="3274219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4880" y="36933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0" name="Text 38"/>
          <p:cNvSpPr/>
          <p:nvPr/>
        </p:nvSpPr>
        <p:spPr>
          <a:xfrm>
            <a:off x="5192018" y="369331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30180" y="3693319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Processing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30180" y="3960019"/>
            <a:ext cx="2686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and process pharmacy sales accurately including prescription and OTC medicines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03890" y="36933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4" name="Text 42"/>
          <p:cNvSpPr/>
          <p:nvPr/>
        </p:nvSpPr>
        <p:spPr>
          <a:xfrm>
            <a:off x="8461028" y="369331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99190" y="3693319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99190" y="3960019"/>
            <a:ext cx="268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stock updates with expiry date tracking and automated alerts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234880" y="46839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8" name="Text 46"/>
          <p:cNvSpPr/>
          <p:nvPr/>
        </p:nvSpPr>
        <p:spPr>
          <a:xfrm>
            <a:off x="5192018" y="468391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30180" y="4683919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Management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30180" y="4950619"/>
            <a:ext cx="268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prescription details and link to sales transactions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03890" y="46839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2" name="Text 50"/>
          <p:cNvSpPr/>
          <p:nvPr/>
        </p:nvSpPr>
        <p:spPr>
          <a:xfrm>
            <a:off x="8461028" y="468391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99190" y="4683919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Reporting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99190" y="4950619"/>
            <a:ext cx="2686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sales, inventory, and expiry reports for decision-making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34880" y="548401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6" name="Text 54"/>
          <p:cNvSpPr/>
          <p:nvPr/>
        </p:nvSpPr>
        <p:spPr>
          <a:xfrm>
            <a:off x="5192018" y="548401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730180" y="5484019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730180" y="5750719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intuitive interface enhancing ease of use and efficiency for pharmacy staff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37590" y="137590"/>
            <a:ext cx="1196411" cy="1196411"/>
          </a:xfrm>
          <a:custGeom>
            <a:avLst/>
            <a:gdLst/>
            <a:ahLst/>
            <a:cxnLst/>
            <a:rect l="l" t="t" r="r" b="b"/>
            <a:pathLst>
              <a:path w="1196411" h="1196411">
                <a:moveTo>
                  <a:pt x="0" y="0"/>
                </a:moveTo>
                <a:lnTo>
                  <a:pt x="1196411" y="0"/>
                </a:lnTo>
                <a:lnTo>
                  <a:pt x="1196411" y="1196411"/>
                </a:lnTo>
                <a:lnTo>
                  <a:pt x="0" y="11964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9444861" y="4112789"/>
            <a:ext cx="1804112" cy="1804112"/>
          </a:xfrm>
          <a:custGeom>
            <a:avLst/>
            <a:gdLst/>
            <a:ahLst/>
            <a:cxnLst/>
            <a:rect l="l" t="t" r="r" b="b"/>
            <a:pathLst>
              <a:path w="1804112" h="1804112">
                <a:moveTo>
                  <a:pt x="0" y="0"/>
                </a:moveTo>
                <a:lnTo>
                  <a:pt x="1804112" y="0"/>
                </a:lnTo>
                <a:lnTo>
                  <a:pt x="1804112" y="1804112"/>
                </a:lnTo>
                <a:lnTo>
                  <a:pt x="0" y="18041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9813" y="417794"/>
            <a:ext cx="75963" cy="607701"/>
          </a:xfrm>
          <a:custGeom>
            <a:avLst/>
            <a:gdLst/>
            <a:ahLst/>
            <a:cxnLst/>
            <a:rect l="l" t="t" r="r" b="b"/>
            <a:pathLst>
              <a:path w="75963" h="607701">
                <a:moveTo>
                  <a:pt x="0" y="0"/>
                </a:moveTo>
                <a:lnTo>
                  <a:pt x="75963" y="0"/>
                </a:lnTo>
                <a:lnTo>
                  <a:pt x="75963" y="607701"/>
                </a:lnTo>
                <a:lnTo>
                  <a:pt x="0" y="607701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3"/>
          <p:cNvSpPr/>
          <p:nvPr/>
        </p:nvSpPr>
        <p:spPr>
          <a:xfrm>
            <a:off x="607701" y="379813"/>
            <a:ext cx="357024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spc="105" kern="0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7701" y="607701"/>
            <a:ext cx="3731664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8804" y="1253383"/>
            <a:ext cx="5602243" cy="3038505"/>
          </a:xfrm>
          <a:custGeom>
            <a:avLst/>
            <a:gdLst/>
            <a:ahLst/>
            <a:cxnLst/>
            <a:rect l="l" t="t" r="r" b="b"/>
            <a:pathLst>
              <a:path w="5602243" h="3038505">
                <a:moveTo>
                  <a:pt x="0" y="0"/>
                </a:moveTo>
                <a:lnTo>
                  <a:pt x="5602243" y="0"/>
                </a:lnTo>
                <a:lnTo>
                  <a:pt x="5602243" y="3038505"/>
                </a:lnTo>
                <a:lnTo>
                  <a:pt x="0" y="30385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8804" y="1253383"/>
            <a:ext cx="37981" cy="3038505"/>
          </a:xfrm>
          <a:custGeom>
            <a:avLst/>
            <a:gdLst/>
            <a:ahLst/>
            <a:cxnLst/>
            <a:rect l="l" t="t" r="r" b="b"/>
            <a:pathLst>
              <a:path w="37981" h="3038505">
                <a:moveTo>
                  <a:pt x="0" y="0"/>
                </a:moveTo>
                <a:lnTo>
                  <a:pt x="37981" y="0"/>
                </a:lnTo>
                <a:lnTo>
                  <a:pt x="37981" y="3038505"/>
                </a:lnTo>
                <a:lnTo>
                  <a:pt x="0" y="303850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617196" y="1443290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23738" y="0"/>
                </a:moveTo>
                <a:cubicBezTo>
                  <a:pt x="10645" y="0"/>
                  <a:pt x="0" y="10645"/>
                  <a:pt x="0" y="23738"/>
                </a:cubicBezTo>
                <a:lnTo>
                  <a:pt x="0" y="166168"/>
                </a:lnTo>
                <a:cubicBezTo>
                  <a:pt x="0" y="179261"/>
                  <a:pt x="10645" y="189907"/>
                  <a:pt x="23738" y="189907"/>
                </a:cubicBezTo>
                <a:lnTo>
                  <a:pt x="118692" y="189907"/>
                </a:lnTo>
                <a:cubicBezTo>
                  <a:pt x="131785" y="189907"/>
                  <a:pt x="142430" y="179261"/>
                  <a:pt x="142430" y="166168"/>
                </a:cubicBezTo>
                <a:lnTo>
                  <a:pt x="142430" y="23738"/>
                </a:lnTo>
                <a:cubicBezTo>
                  <a:pt x="142430" y="10645"/>
                  <a:pt x="131785" y="0"/>
                  <a:pt x="118692" y="0"/>
                </a:cubicBezTo>
                <a:lnTo>
                  <a:pt x="23738" y="0"/>
                </a:lnTo>
                <a:close/>
                <a:moveTo>
                  <a:pt x="65280" y="130561"/>
                </a:moveTo>
                <a:lnTo>
                  <a:pt x="77150" y="130561"/>
                </a:lnTo>
                <a:cubicBezTo>
                  <a:pt x="83715" y="130561"/>
                  <a:pt x="89019" y="135865"/>
                  <a:pt x="89019" y="142430"/>
                </a:cubicBezTo>
                <a:lnTo>
                  <a:pt x="89019" y="172103"/>
                </a:lnTo>
                <a:lnTo>
                  <a:pt x="53411" y="172103"/>
                </a:lnTo>
                <a:lnTo>
                  <a:pt x="53411" y="142430"/>
                </a:lnTo>
                <a:cubicBezTo>
                  <a:pt x="53411" y="135865"/>
                  <a:pt x="58715" y="130561"/>
                  <a:pt x="65280" y="130561"/>
                </a:cubicBezTo>
                <a:close/>
                <a:moveTo>
                  <a:pt x="35607" y="41542"/>
                </a:moveTo>
                <a:cubicBezTo>
                  <a:pt x="35607" y="38278"/>
                  <a:pt x="38278" y="35607"/>
                  <a:pt x="41542" y="35607"/>
                </a:cubicBezTo>
                <a:lnTo>
                  <a:pt x="53411" y="35607"/>
                </a:lnTo>
                <a:cubicBezTo>
                  <a:pt x="56675" y="35607"/>
                  <a:pt x="59346" y="38278"/>
                  <a:pt x="59346" y="41542"/>
                </a:cubicBezTo>
                <a:lnTo>
                  <a:pt x="59346" y="53411"/>
                </a:lnTo>
                <a:cubicBezTo>
                  <a:pt x="59346" y="56675"/>
                  <a:pt x="56675" y="59346"/>
                  <a:pt x="53411" y="59346"/>
                </a:cubicBezTo>
                <a:lnTo>
                  <a:pt x="41542" y="59346"/>
                </a:lnTo>
                <a:cubicBezTo>
                  <a:pt x="38278" y="59346"/>
                  <a:pt x="35607" y="56675"/>
                  <a:pt x="35607" y="53411"/>
                </a:cubicBezTo>
                <a:lnTo>
                  <a:pt x="35607" y="41542"/>
                </a:lnTo>
                <a:close/>
                <a:moveTo>
                  <a:pt x="89019" y="35607"/>
                </a:moveTo>
                <a:lnTo>
                  <a:pt x="100888" y="35607"/>
                </a:lnTo>
                <a:cubicBezTo>
                  <a:pt x="104152" y="35607"/>
                  <a:pt x="106822" y="38278"/>
                  <a:pt x="106822" y="41542"/>
                </a:cubicBezTo>
                <a:lnTo>
                  <a:pt x="106822" y="53411"/>
                </a:lnTo>
                <a:cubicBezTo>
                  <a:pt x="106822" y="56675"/>
                  <a:pt x="104152" y="59346"/>
                  <a:pt x="100888" y="59346"/>
                </a:cubicBezTo>
                <a:lnTo>
                  <a:pt x="89019" y="59346"/>
                </a:lnTo>
                <a:cubicBezTo>
                  <a:pt x="85755" y="59346"/>
                  <a:pt x="83084" y="56675"/>
                  <a:pt x="83084" y="53411"/>
                </a:cubicBezTo>
                <a:lnTo>
                  <a:pt x="83084" y="41542"/>
                </a:lnTo>
                <a:cubicBezTo>
                  <a:pt x="83084" y="38278"/>
                  <a:pt x="85755" y="35607"/>
                  <a:pt x="89019" y="35607"/>
                </a:cubicBezTo>
                <a:close/>
                <a:moveTo>
                  <a:pt x="35607" y="89019"/>
                </a:moveTo>
                <a:cubicBezTo>
                  <a:pt x="35607" y="85755"/>
                  <a:pt x="38278" y="83084"/>
                  <a:pt x="41542" y="83084"/>
                </a:cubicBezTo>
                <a:lnTo>
                  <a:pt x="53411" y="83084"/>
                </a:lnTo>
                <a:cubicBezTo>
                  <a:pt x="56675" y="83084"/>
                  <a:pt x="59346" y="85755"/>
                  <a:pt x="59346" y="89019"/>
                </a:cubicBezTo>
                <a:lnTo>
                  <a:pt x="59346" y="100888"/>
                </a:lnTo>
                <a:cubicBezTo>
                  <a:pt x="59346" y="104152"/>
                  <a:pt x="56675" y="106822"/>
                  <a:pt x="53411" y="106822"/>
                </a:cubicBezTo>
                <a:lnTo>
                  <a:pt x="41542" y="106822"/>
                </a:lnTo>
                <a:cubicBezTo>
                  <a:pt x="38278" y="106822"/>
                  <a:pt x="35607" y="104152"/>
                  <a:pt x="35607" y="100888"/>
                </a:cubicBezTo>
                <a:lnTo>
                  <a:pt x="35607" y="89019"/>
                </a:lnTo>
                <a:close/>
                <a:moveTo>
                  <a:pt x="89019" y="83084"/>
                </a:moveTo>
                <a:lnTo>
                  <a:pt x="100888" y="83084"/>
                </a:lnTo>
                <a:cubicBezTo>
                  <a:pt x="104152" y="83084"/>
                  <a:pt x="106822" y="85755"/>
                  <a:pt x="106822" y="89019"/>
                </a:cubicBezTo>
                <a:lnTo>
                  <a:pt x="106822" y="100888"/>
                </a:lnTo>
                <a:cubicBezTo>
                  <a:pt x="106822" y="104152"/>
                  <a:pt x="104152" y="106822"/>
                  <a:pt x="100888" y="106822"/>
                </a:cubicBezTo>
                <a:lnTo>
                  <a:pt x="89019" y="106822"/>
                </a:lnTo>
                <a:cubicBezTo>
                  <a:pt x="85755" y="106822"/>
                  <a:pt x="83084" y="104152"/>
                  <a:pt x="83084" y="100888"/>
                </a:cubicBezTo>
                <a:lnTo>
                  <a:pt x="83084" y="89019"/>
                </a:lnTo>
                <a:cubicBezTo>
                  <a:pt x="83084" y="85755"/>
                  <a:pt x="85755" y="83084"/>
                  <a:pt x="89019" y="8308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921047" y="1405308"/>
            <a:ext cx="169016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Commercial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720" y="1785121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5682" y="1861084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McKesson Pharmacy Systems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682" y="2050991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but expensive, designed for large chains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720" y="2392822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5682" y="2468785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Liberty Software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682" y="2658692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POS, prescription &amp; inventory management with high costs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9720" y="3000523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5682" y="3076486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mPharma (Africa)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682" y="3266393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chain focus, specific business model limitations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9720" y="3608224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5682" y="3684187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RxNova POS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682" y="3874093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&amp; OTC sales but licensing fees prohibitive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8804" y="4443813"/>
            <a:ext cx="5602243" cy="1823103"/>
          </a:xfrm>
          <a:custGeom>
            <a:avLst/>
            <a:gdLst/>
            <a:ahLst/>
            <a:cxnLst/>
            <a:rect l="l" t="t" r="r" b="b"/>
            <a:pathLst>
              <a:path w="5602243" h="1823103">
                <a:moveTo>
                  <a:pt x="0" y="0"/>
                </a:moveTo>
                <a:lnTo>
                  <a:pt x="5602243" y="0"/>
                </a:lnTo>
                <a:lnTo>
                  <a:pt x="5602243" y="1823103"/>
                </a:lnTo>
                <a:lnTo>
                  <a:pt x="0" y="18231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98804" y="4443813"/>
            <a:ext cx="37981" cy="1823103"/>
          </a:xfrm>
          <a:custGeom>
            <a:avLst/>
            <a:gdLst/>
            <a:ahLst/>
            <a:cxnLst/>
            <a:rect l="l" t="t" r="r" b="b"/>
            <a:pathLst>
              <a:path w="37981" h="1823103">
                <a:moveTo>
                  <a:pt x="0" y="0"/>
                </a:moveTo>
                <a:lnTo>
                  <a:pt x="37981" y="0"/>
                </a:lnTo>
                <a:lnTo>
                  <a:pt x="37981" y="1823103"/>
                </a:lnTo>
                <a:lnTo>
                  <a:pt x="0" y="1823103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81589" y="4633720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133825" y="445"/>
                </a:moveTo>
                <a:cubicBezTo>
                  <a:pt x="127519" y="-1372"/>
                  <a:pt x="120954" y="2300"/>
                  <a:pt x="119137" y="8605"/>
                </a:cubicBezTo>
                <a:lnTo>
                  <a:pt x="71660" y="174773"/>
                </a:lnTo>
                <a:cubicBezTo>
                  <a:pt x="69843" y="181079"/>
                  <a:pt x="73515" y="187644"/>
                  <a:pt x="79820" y="189461"/>
                </a:cubicBezTo>
                <a:cubicBezTo>
                  <a:pt x="86126" y="191279"/>
                  <a:pt x="92691" y="187607"/>
                  <a:pt x="94508" y="181301"/>
                </a:cubicBezTo>
                <a:lnTo>
                  <a:pt x="141985" y="15133"/>
                </a:lnTo>
                <a:cubicBezTo>
                  <a:pt x="143802" y="8828"/>
                  <a:pt x="140130" y="2263"/>
                  <a:pt x="133825" y="445"/>
                </a:cubicBezTo>
                <a:close/>
                <a:moveTo>
                  <a:pt x="157786" y="50926"/>
                </a:moveTo>
                <a:cubicBezTo>
                  <a:pt x="153149" y="55562"/>
                  <a:pt x="153149" y="63092"/>
                  <a:pt x="157786" y="67728"/>
                </a:cubicBezTo>
                <a:lnTo>
                  <a:pt x="185011" y="94953"/>
                </a:lnTo>
                <a:lnTo>
                  <a:pt x="157786" y="122178"/>
                </a:lnTo>
                <a:cubicBezTo>
                  <a:pt x="153149" y="126815"/>
                  <a:pt x="153149" y="134344"/>
                  <a:pt x="157786" y="138980"/>
                </a:cubicBezTo>
                <a:cubicBezTo>
                  <a:pt x="162422" y="143617"/>
                  <a:pt x="169952" y="143617"/>
                  <a:pt x="174588" y="138980"/>
                </a:cubicBezTo>
                <a:lnTo>
                  <a:pt x="210195" y="103373"/>
                </a:lnTo>
                <a:cubicBezTo>
                  <a:pt x="214832" y="98737"/>
                  <a:pt x="214832" y="91207"/>
                  <a:pt x="210195" y="86571"/>
                </a:cubicBezTo>
                <a:lnTo>
                  <a:pt x="174588" y="50963"/>
                </a:lnTo>
                <a:cubicBezTo>
                  <a:pt x="169952" y="46327"/>
                  <a:pt x="162422" y="46327"/>
                  <a:pt x="157786" y="50963"/>
                </a:cubicBezTo>
                <a:close/>
                <a:moveTo>
                  <a:pt x="55896" y="50926"/>
                </a:moveTo>
                <a:cubicBezTo>
                  <a:pt x="51260" y="46290"/>
                  <a:pt x="43730" y="46290"/>
                  <a:pt x="39094" y="50926"/>
                </a:cubicBezTo>
                <a:lnTo>
                  <a:pt x="3487" y="86534"/>
                </a:lnTo>
                <a:cubicBezTo>
                  <a:pt x="-1150" y="91170"/>
                  <a:pt x="-1150" y="98699"/>
                  <a:pt x="3487" y="103336"/>
                </a:cubicBezTo>
                <a:lnTo>
                  <a:pt x="39094" y="138943"/>
                </a:lnTo>
                <a:cubicBezTo>
                  <a:pt x="43730" y="143580"/>
                  <a:pt x="51260" y="143580"/>
                  <a:pt x="55896" y="138943"/>
                </a:cubicBezTo>
                <a:cubicBezTo>
                  <a:pt x="60533" y="134307"/>
                  <a:pt x="60533" y="126777"/>
                  <a:pt x="55896" y="122141"/>
                </a:cubicBezTo>
                <a:lnTo>
                  <a:pt x="28671" y="94953"/>
                </a:lnTo>
                <a:lnTo>
                  <a:pt x="55859" y="67728"/>
                </a:lnTo>
                <a:cubicBezTo>
                  <a:pt x="60496" y="63092"/>
                  <a:pt x="60496" y="55563"/>
                  <a:pt x="55859" y="5092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921047" y="4595738"/>
            <a:ext cx="183259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Solutions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9720" y="4975551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5682" y="5051514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OpenMRS &amp; Bahmni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5682" y="5241421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Hospital-focused, too complex for retail pharmacies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9720" y="5583252"/>
            <a:ext cx="5279402" cy="531738"/>
          </a:xfrm>
          <a:custGeom>
            <a:avLst/>
            <a:gdLst/>
            <a:ahLst/>
            <a:cxnLst/>
            <a:rect l="l" t="t" r="r" b="b"/>
            <a:pathLst>
              <a:path w="5279402" h="531738">
                <a:moveTo>
                  <a:pt x="0" y="0"/>
                </a:moveTo>
                <a:lnTo>
                  <a:pt x="5279402" y="0"/>
                </a:lnTo>
                <a:lnTo>
                  <a:pt x="5279402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5682" y="5659215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Odoo POS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682" y="5849121"/>
            <a:ext cx="519394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Customizable but requires technical expertise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3475" y="1258131"/>
            <a:ext cx="5611738" cy="1870579"/>
          </a:xfrm>
          <a:custGeom>
            <a:avLst/>
            <a:gdLst/>
            <a:ahLst/>
            <a:cxnLst/>
            <a:rect l="l" t="t" r="r" b="b"/>
            <a:pathLst>
              <a:path w="5611738" h="1870579">
                <a:moveTo>
                  <a:pt x="0" y="0"/>
                </a:moveTo>
                <a:lnTo>
                  <a:pt x="5611738" y="0"/>
                </a:lnTo>
                <a:lnTo>
                  <a:pt x="5611738" y="1870579"/>
                </a:lnTo>
                <a:lnTo>
                  <a:pt x="0" y="1870579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3887" y="1452785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65280" y="8902"/>
                </a:moveTo>
                <a:cubicBezTo>
                  <a:pt x="65280" y="3969"/>
                  <a:pt x="61312" y="0"/>
                  <a:pt x="56379" y="0"/>
                </a:cubicBezTo>
                <a:cubicBezTo>
                  <a:pt x="51445" y="0"/>
                  <a:pt x="47477" y="3969"/>
                  <a:pt x="47477" y="8902"/>
                </a:cubicBezTo>
                <a:lnTo>
                  <a:pt x="47477" y="23738"/>
                </a:lnTo>
                <a:cubicBezTo>
                  <a:pt x="34383" y="23738"/>
                  <a:pt x="23738" y="34383"/>
                  <a:pt x="23738" y="47477"/>
                </a:cubicBezTo>
                <a:lnTo>
                  <a:pt x="8902" y="47477"/>
                </a:lnTo>
                <a:cubicBezTo>
                  <a:pt x="3969" y="47477"/>
                  <a:pt x="0" y="51445"/>
                  <a:pt x="0" y="56379"/>
                </a:cubicBezTo>
                <a:cubicBezTo>
                  <a:pt x="0" y="61312"/>
                  <a:pt x="3969" y="65280"/>
                  <a:pt x="8902" y="65280"/>
                </a:cubicBezTo>
                <a:lnTo>
                  <a:pt x="23738" y="65280"/>
                </a:lnTo>
                <a:lnTo>
                  <a:pt x="23738" y="86051"/>
                </a:lnTo>
                <a:lnTo>
                  <a:pt x="8902" y="86051"/>
                </a:lnTo>
                <a:cubicBezTo>
                  <a:pt x="3969" y="86051"/>
                  <a:pt x="0" y="90020"/>
                  <a:pt x="0" y="94953"/>
                </a:cubicBezTo>
                <a:cubicBezTo>
                  <a:pt x="0" y="99886"/>
                  <a:pt x="3969" y="103855"/>
                  <a:pt x="8902" y="103855"/>
                </a:cubicBezTo>
                <a:lnTo>
                  <a:pt x="23738" y="103855"/>
                </a:lnTo>
                <a:lnTo>
                  <a:pt x="23738" y="124626"/>
                </a:lnTo>
                <a:lnTo>
                  <a:pt x="8902" y="124626"/>
                </a:lnTo>
                <a:cubicBezTo>
                  <a:pt x="3969" y="124626"/>
                  <a:pt x="0" y="128595"/>
                  <a:pt x="0" y="133528"/>
                </a:cubicBezTo>
                <a:cubicBezTo>
                  <a:pt x="0" y="138461"/>
                  <a:pt x="3969" y="142430"/>
                  <a:pt x="8902" y="142430"/>
                </a:cubicBezTo>
                <a:lnTo>
                  <a:pt x="23738" y="142430"/>
                </a:lnTo>
                <a:cubicBezTo>
                  <a:pt x="23738" y="155523"/>
                  <a:pt x="34383" y="166168"/>
                  <a:pt x="47477" y="166168"/>
                </a:cubicBezTo>
                <a:lnTo>
                  <a:pt x="47477" y="181005"/>
                </a:lnTo>
                <a:cubicBezTo>
                  <a:pt x="47477" y="185938"/>
                  <a:pt x="51445" y="189907"/>
                  <a:pt x="56379" y="189907"/>
                </a:cubicBezTo>
                <a:cubicBezTo>
                  <a:pt x="61312" y="189907"/>
                  <a:pt x="65280" y="185938"/>
                  <a:pt x="65280" y="181005"/>
                </a:cubicBezTo>
                <a:lnTo>
                  <a:pt x="65280" y="166168"/>
                </a:lnTo>
                <a:lnTo>
                  <a:pt x="86051" y="166168"/>
                </a:lnTo>
                <a:lnTo>
                  <a:pt x="86051" y="181005"/>
                </a:lnTo>
                <a:cubicBezTo>
                  <a:pt x="86051" y="185938"/>
                  <a:pt x="90020" y="189907"/>
                  <a:pt x="94953" y="189907"/>
                </a:cubicBezTo>
                <a:cubicBezTo>
                  <a:pt x="99886" y="189907"/>
                  <a:pt x="103855" y="185938"/>
                  <a:pt x="103855" y="181005"/>
                </a:cubicBezTo>
                <a:lnTo>
                  <a:pt x="103855" y="166168"/>
                </a:lnTo>
                <a:lnTo>
                  <a:pt x="124626" y="166168"/>
                </a:lnTo>
                <a:lnTo>
                  <a:pt x="124626" y="181005"/>
                </a:lnTo>
                <a:cubicBezTo>
                  <a:pt x="124626" y="185938"/>
                  <a:pt x="128595" y="189907"/>
                  <a:pt x="133528" y="189907"/>
                </a:cubicBezTo>
                <a:cubicBezTo>
                  <a:pt x="138461" y="189907"/>
                  <a:pt x="142430" y="185938"/>
                  <a:pt x="142430" y="181005"/>
                </a:cubicBezTo>
                <a:lnTo>
                  <a:pt x="142430" y="166168"/>
                </a:lnTo>
                <a:cubicBezTo>
                  <a:pt x="155523" y="166168"/>
                  <a:pt x="166168" y="155523"/>
                  <a:pt x="166168" y="142430"/>
                </a:cubicBezTo>
                <a:lnTo>
                  <a:pt x="181005" y="142430"/>
                </a:lnTo>
                <a:cubicBezTo>
                  <a:pt x="185938" y="142430"/>
                  <a:pt x="189907" y="138461"/>
                  <a:pt x="189907" y="133528"/>
                </a:cubicBezTo>
                <a:cubicBezTo>
                  <a:pt x="189907" y="128595"/>
                  <a:pt x="185938" y="124626"/>
                  <a:pt x="181005" y="124626"/>
                </a:cubicBezTo>
                <a:lnTo>
                  <a:pt x="166168" y="124626"/>
                </a:lnTo>
                <a:lnTo>
                  <a:pt x="166168" y="103855"/>
                </a:lnTo>
                <a:lnTo>
                  <a:pt x="181005" y="103855"/>
                </a:lnTo>
                <a:cubicBezTo>
                  <a:pt x="185938" y="103855"/>
                  <a:pt x="189907" y="99886"/>
                  <a:pt x="189907" y="94953"/>
                </a:cubicBezTo>
                <a:cubicBezTo>
                  <a:pt x="189907" y="90020"/>
                  <a:pt x="185938" y="86051"/>
                  <a:pt x="181005" y="86051"/>
                </a:cubicBezTo>
                <a:lnTo>
                  <a:pt x="166168" y="86051"/>
                </a:lnTo>
                <a:lnTo>
                  <a:pt x="166168" y="65280"/>
                </a:lnTo>
                <a:lnTo>
                  <a:pt x="181005" y="65280"/>
                </a:lnTo>
                <a:cubicBezTo>
                  <a:pt x="185938" y="65280"/>
                  <a:pt x="189907" y="61312"/>
                  <a:pt x="189907" y="56379"/>
                </a:cubicBezTo>
                <a:cubicBezTo>
                  <a:pt x="189907" y="51445"/>
                  <a:pt x="185938" y="47477"/>
                  <a:pt x="181005" y="47477"/>
                </a:cubicBezTo>
                <a:lnTo>
                  <a:pt x="166168" y="47477"/>
                </a:lnTo>
                <a:cubicBezTo>
                  <a:pt x="166168" y="34383"/>
                  <a:pt x="155523" y="23738"/>
                  <a:pt x="142430" y="23738"/>
                </a:cubicBezTo>
                <a:lnTo>
                  <a:pt x="142430" y="8902"/>
                </a:lnTo>
                <a:cubicBezTo>
                  <a:pt x="142430" y="3969"/>
                  <a:pt x="138461" y="0"/>
                  <a:pt x="133528" y="0"/>
                </a:cubicBezTo>
                <a:cubicBezTo>
                  <a:pt x="128595" y="0"/>
                  <a:pt x="124626" y="3969"/>
                  <a:pt x="124626" y="8902"/>
                </a:cubicBezTo>
                <a:lnTo>
                  <a:pt x="124626" y="23738"/>
                </a:lnTo>
                <a:lnTo>
                  <a:pt x="103855" y="23738"/>
                </a:lnTo>
                <a:lnTo>
                  <a:pt x="103855" y="8902"/>
                </a:lnTo>
                <a:cubicBezTo>
                  <a:pt x="103855" y="3969"/>
                  <a:pt x="99886" y="0"/>
                  <a:pt x="94953" y="0"/>
                </a:cubicBezTo>
                <a:cubicBezTo>
                  <a:pt x="90020" y="0"/>
                  <a:pt x="86051" y="3969"/>
                  <a:pt x="86051" y="8902"/>
                </a:cubicBezTo>
                <a:lnTo>
                  <a:pt x="86051" y="23738"/>
                </a:lnTo>
                <a:lnTo>
                  <a:pt x="65280" y="23738"/>
                </a:lnTo>
                <a:lnTo>
                  <a:pt x="65280" y="8902"/>
                </a:lnTo>
                <a:close/>
                <a:moveTo>
                  <a:pt x="59346" y="47477"/>
                </a:moveTo>
                <a:lnTo>
                  <a:pt x="130561" y="47477"/>
                </a:lnTo>
                <a:cubicBezTo>
                  <a:pt x="137126" y="47477"/>
                  <a:pt x="142430" y="52781"/>
                  <a:pt x="142430" y="59346"/>
                </a:cubicBezTo>
                <a:lnTo>
                  <a:pt x="142430" y="130561"/>
                </a:lnTo>
                <a:cubicBezTo>
                  <a:pt x="142430" y="137126"/>
                  <a:pt x="137126" y="142430"/>
                  <a:pt x="130561" y="142430"/>
                </a:cubicBezTo>
                <a:lnTo>
                  <a:pt x="59346" y="142430"/>
                </a:lnTo>
                <a:cubicBezTo>
                  <a:pt x="52781" y="142430"/>
                  <a:pt x="47477" y="137126"/>
                  <a:pt x="47477" y="130561"/>
                </a:cubicBezTo>
                <a:lnTo>
                  <a:pt x="47477" y="59346"/>
                </a:lnTo>
                <a:cubicBezTo>
                  <a:pt x="47477" y="52781"/>
                  <a:pt x="52781" y="47477"/>
                  <a:pt x="59346" y="47477"/>
                </a:cubicBezTo>
                <a:close/>
                <a:moveTo>
                  <a:pt x="65280" y="65280"/>
                </a:moveTo>
                <a:lnTo>
                  <a:pt x="65280" y="124626"/>
                </a:lnTo>
                <a:lnTo>
                  <a:pt x="124626" y="124626"/>
                </a:lnTo>
                <a:lnTo>
                  <a:pt x="124626" y="65280"/>
                </a:lnTo>
                <a:lnTo>
                  <a:pt x="65280" y="6528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5" name="Text 33"/>
          <p:cNvSpPr/>
          <p:nvPr/>
        </p:nvSpPr>
        <p:spPr>
          <a:xfrm>
            <a:off x="6701475" y="1414804"/>
            <a:ext cx="143379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4896" y="1799364"/>
            <a:ext cx="2601720" cy="541234"/>
          </a:xfrm>
          <a:custGeom>
            <a:avLst/>
            <a:gdLst/>
            <a:ahLst/>
            <a:cxnLst/>
            <a:rect l="l" t="t" r="r" b="b"/>
            <a:pathLst>
              <a:path w="2601720" h="541234">
                <a:moveTo>
                  <a:pt x="0" y="0"/>
                </a:moveTo>
                <a:lnTo>
                  <a:pt x="2601720" y="0"/>
                </a:lnTo>
                <a:lnTo>
                  <a:pt x="2601720" y="541234"/>
                </a:lnTo>
                <a:lnTo>
                  <a:pt x="0" y="541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2373" y="1880075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Python/PHP/Java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2373" y="2069981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Languages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41035" y="1799364"/>
            <a:ext cx="2601720" cy="541234"/>
          </a:xfrm>
          <a:custGeom>
            <a:avLst/>
            <a:gdLst/>
            <a:ahLst/>
            <a:cxnLst/>
            <a:rect l="l" t="t" r="r" b="b"/>
            <a:pathLst>
              <a:path w="2601720" h="541234">
                <a:moveTo>
                  <a:pt x="0" y="0"/>
                </a:moveTo>
                <a:lnTo>
                  <a:pt x="2601720" y="0"/>
                </a:lnTo>
                <a:lnTo>
                  <a:pt x="2601720" y="541234"/>
                </a:lnTo>
                <a:lnTo>
                  <a:pt x="0" y="541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88512" y="1880075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Django/Laravel/React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88512" y="2069981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4896" y="2426056"/>
            <a:ext cx="2601720" cy="541234"/>
          </a:xfrm>
          <a:custGeom>
            <a:avLst/>
            <a:gdLst/>
            <a:ahLst/>
            <a:cxnLst/>
            <a:rect l="l" t="t" r="r" b="b"/>
            <a:pathLst>
              <a:path w="2601720" h="541234">
                <a:moveTo>
                  <a:pt x="0" y="0"/>
                </a:moveTo>
                <a:lnTo>
                  <a:pt x="2601720" y="0"/>
                </a:lnTo>
                <a:lnTo>
                  <a:pt x="2601720" y="541234"/>
                </a:lnTo>
                <a:lnTo>
                  <a:pt x="0" y="541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2373" y="2506766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MySQL/PostgreSQL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2373" y="2696673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041035" y="2426056"/>
            <a:ext cx="2601720" cy="541234"/>
          </a:xfrm>
          <a:custGeom>
            <a:avLst/>
            <a:gdLst/>
            <a:ahLst/>
            <a:cxnLst/>
            <a:rect l="l" t="t" r="r" b="b"/>
            <a:pathLst>
              <a:path w="2601720" h="541234">
                <a:moveTo>
                  <a:pt x="0" y="0"/>
                </a:moveTo>
                <a:lnTo>
                  <a:pt x="2601720" y="0"/>
                </a:lnTo>
                <a:lnTo>
                  <a:pt x="2601720" y="541234"/>
                </a:lnTo>
                <a:lnTo>
                  <a:pt x="0" y="541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88512" y="2506766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88512" y="2696673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8223" y="3294879"/>
            <a:ext cx="5602243" cy="2905570"/>
          </a:xfrm>
          <a:custGeom>
            <a:avLst/>
            <a:gdLst/>
            <a:ahLst/>
            <a:cxnLst/>
            <a:rect l="l" t="t" r="r" b="b"/>
            <a:pathLst>
              <a:path w="5602243" h="2905570">
                <a:moveTo>
                  <a:pt x="0" y="0"/>
                </a:moveTo>
                <a:lnTo>
                  <a:pt x="5602243" y="0"/>
                </a:lnTo>
                <a:lnTo>
                  <a:pt x="5602243" y="2905570"/>
                </a:lnTo>
                <a:lnTo>
                  <a:pt x="0" y="29055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83382" y="3494280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54299" y="77150"/>
                </a:moveTo>
                <a:cubicBezTo>
                  <a:pt x="154299" y="94174"/>
                  <a:pt x="148772" y="109901"/>
                  <a:pt x="139463" y="122660"/>
                </a:cubicBezTo>
                <a:lnTo>
                  <a:pt x="186420" y="169655"/>
                </a:lnTo>
                <a:cubicBezTo>
                  <a:pt x="191056" y="174291"/>
                  <a:pt x="191056" y="181821"/>
                  <a:pt x="186420" y="186457"/>
                </a:cubicBezTo>
                <a:cubicBezTo>
                  <a:pt x="181784" y="191093"/>
                  <a:pt x="174254" y="191093"/>
                  <a:pt x="169618" y="186457"/>
                </a:cubicBezTo>
                <a:lnTo>
                  <a:pt x="122660" y="139463"/>
                </a:lnTo>
                <a:cubicBezTo>
                  <a:pt x="109901" y="148772"/>
                  <a:pt x="94174" y="154299"/>
                  <a:pt x="77150" y="154299"/>
                </a:cubicBezTo>
                <a:cubicBezTo>
                  <a:pt x="34532" y="154299"/>
                  <a:pt x="0" y="119767"/>
                  <a:pt x="0" y="77150"/>
                </a:cubicBezTo>
                <a:cubicBezTo>
                  <a:pt x="0" y="34532"/>
                  <a:pt x="34532" y="0"/>
                  <a:pt x="77150" y="0"/>
                </a:cubicBezTo>
                <a:cubicBezTo>
                  <a:pt x="119767" y="0"/>
                  <a:pt x="154299" y="34532"/>
                  <a:pt x="154299" y="77150"/>
                </a:cubicBezTo>
                <a:close/>
                <a:moveTo>
                  <a:pt x="77150" y="130561"/>
                </a:moveTo>
                <a:cubicBezTo>
                  <a:pt x="106628" y="130561"/>
                  <a:pt x="130561" y="106628"/>
                  <a:pt x="130561" y="77150"/>
                </a:cubicBezTo>
                <a:cubicBezTo>
                  <a:pt x="130561" y="47671"/>
                  <a:pt x="106628" y="23738"/>
                  <a:pt x="77150" y="23738"/>
                </a:cubicBezTo>
                <a:cubicBezTo>
                  <a:pt x="47671" y="23738"/>
                  <a:pt x="23738" y="47671"/>
                  <a:pt x="23738" y="77150"/>
                </a:cubicBezTo>
                <a:cubicBezTo>
                  <a:pt x="23738" y="106628"/>
                  <a:pt x="47671" y="130561"/>
                  <a:pt x="77150" y="13056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0" name="Text 48"/>
          <p:cNvSpPr/>
          <p:nvPr/>
        </p:nvSpPr>
        <p:spPr>
          <a:xfrm>
            <a:off x="6710971" y="3456299"/>
            <a:ext cx="196553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Gaps Identified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59644" y="3836112"/>
            <a:ext cx="15192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19432" y="3836112"/>
            <a:ext cx="319992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Barrier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19432" y="4026019"/>
            <a:ext cx="319992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Expensive systems unaffordable for small pharmacies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59644" y="4291888"/>
            <a:ext cx="17091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3467" y="4291888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43467" y="4481794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systems too complex for small operations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9644" y="4747664"/>
            <a:ext cx="17091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44654" y="4747664"/>
            <a:ext cx="3427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Specificity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44654" y="4937570"/>
            <a:ext cx="342781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Western-designed systems don't fit Kenyan requirements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59644" y="5203439"/>
            <a:ext cx="17091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44506" y="5203439"/>
            <a:ext cx="26776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Expiry Management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44506" y="5393346"/>
            <a:ext cx="267768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expiry tracking in basic POS systems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59644" y="5659215"/>
            <a:ext cx="17091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542874" y="5659215"/>
            <a:ext cx="231686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Gap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42874" y="5849121"/>
            <a:ext cx="231686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affordable standalone systems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84561" y="6423589"/>
            <a:ext cx="11422879" cy="427290"/>
          </a:xfrm>
          <a:custGeom>
            <a:avLst/>
            <a:gdLst/>
            <a:ahLst/>
            <a:cxnLst/>
            <a:rect l="l" t="t" r="r" b="b"/>
            <a:pathLst>
              <a:path w="11422879" h="427290">
                <a:moveTo>
                  <a:pt x="0" y="0"/>
                </a:moveTo>
                <a:lnTo>
                  <a:pt x="11422879" y="0"/>
                </a:lnTo>
                <a:lnTo>
                  <a:pt x="11422879" y="427290"/>
                </a:lnTo>
                <a:lnTo>
                  <a:pt x="0" y="42729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2000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0729" y="6542280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108640" y="142430"/>
                </a:moveTo>
                <a:cubicBezTo>
                  <a:pt x="111348" y="134159"/>
                  <a:pt x="116763" y="126666"/>
                  <a:pt x="122883" y="120212"/>
                </a:cubicBezTo>
                <a:cubicBezTo>
                  <a:pt x="135012" y="107453"/>
                  <a:pt x="142430" y="90206"/>
                  <a:pt x="142430" y="71215"/>
                </a:cubicBezTo>
                <a:cubicBezTo>
                  <a:pt x="142430" y="31898"/>
                  <a:pt x="110532" y="0"/>
                  <a:pt x="71215" y="0"/>
                </a:cubicBezTo>
                <a:cubicBezTo>
                  <a:pt x="31898" y="0"/>
                  <a:pt x="0" y="31898"/>
                  <a:pt x="0" y="71215"/>
                </a:cubicBezTo>
                <a:cubicBezTo>
                  <a:pt x="0" y="90206"/>
                  <a:pt x="7418" y="107453"/>
                  <a:pt x="19547" y="120212"/>
                </a:cubicBezTo>
                <a:cubicBezTo>
                  <a:pt x="25667" y="126666"/>
                  <a:pt x="31119" y="134159"/>
                  <a:pt x="33790" y="142430"/>
                </a:cubicBezTo>
                <a:lnTo>
                  <a:pt x="108603" y="142430"/>
                </a:lnTo>
                <a:close/>
                <a:moveTo>
                  <a:pt x="106822" y="160234"/>
                </a:moveTo>
                <a:lnTo>
                  <a:pt x="35607" y="160234"/>
                </a:lnTo>
                <a:lnTo>
                  <a:pt x="35607" y="166168"/>
                </a:lnTo>
                <a:cubicBezTo>
                  <a:pt x="35607" y="182563"/>
                  <a:pt x="48886" y="195841"/>
                  <a:pt x="65280" y="195841"/>
                </a:cubicBezTo>
                <a:lnTo>
                  <a:pt x="77150" y="195841"/>
                </a:lnTo>
                <a:cubicBezTo>
                  <a:pt x="93544" y="195841"/>
                  <a:pt x="106822" y="182563"/>
                  <a:pt x="106822" y="166168"/>
                </a:cubicBezTo>
                <a:lnTo>
                  <a:pt x="106822" y="160234"/>
                </a:lnTo>
                <a:close/>
                <a:moveTo>
                  <a:pt x="68248" y="41542"/>
                </a:moveTo>
                <a:cubicBezTo>
                  <a:pt x="53485" y="41542"/>
                  <a:pt x="41542" y="53485"/>
                  <a:pt x="41542" y="68248"/>
                </a:cubicBezTo>
                <a:cubicBezTo>
                  <a:pt x="41542" y="73181"/>
                  <a:pt x="37573" y="77150"/>
                  <a:pt x="32640" y="77150"/>
                </a:cubicBezTo>
                <a:cubicBezTo>
                  <a:pt x="27707" y="77150"/>
                  <a:pt x="23738" y="73181"/>
                  <a:pt x="23738" y="68248"/>
                </a:cubicBezTo>
                <a:cubicBezTo>
                  <a:pt x="23738" y="43656"/>
                  <a:pt x="43656" y="23738"/>
                  <a:pt x="68248" y="23738"/>
                </a:cubicBezTo>
                <a:cubicBezTo>
                  <a:pt x="73181" y="23738"/>
                  <a:pt x="77150" y="27707"/>
                  <a:pt x="77150" y="32640"/>
                </a:cubicBezTo>
                <a:cubicBezTo>
                  <a:pt x="77150" y="37573"/>
                  <a:pt x="73181" y="41542"/>
                  <a:pt x="68248" y="41542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8" name="Text 66"/>
          <p:cNvSpPr/>
          <p:nvPr/>
        </p:nvSpPr>
        <p:spPr>
          <a:xfrm>
            <a:off x="854579" y="6542280"/>
            <a:ext cx="768172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pPr>
              <a:lnSpc>
                <a:spcPct val="120000"/>
              </a:lnSpc>
            </a:pPr>
            <a:r>
              <a:rPr lang="en-US" sz="1047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Need for affordable, user-friendly, context-specific pharmacy POS system tailored for community pharmacies in Kenya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3153" y="1719505"/>
            <a:ext cx="2402597" cy="2402597"/>
          </a:xfrm>
          <a:custGeom>
            <a:avLst/>
            <a:gdLst/>
            <a:ahLst/>
            <a:cxnLst/>
            <a:rect l="l" t="t" r="r" b="b"/>
            <a:pathLst>
              <a:path w="2402597" h="2402597">
                <a:moveTo>
                  <a:pt x="1201298" y="0"/>
                </a:moveTo>
                <a:lnTo>
                  <a:pt x="1201298" y="0"/>
                </a:lnTo>
                <a:cubicBezTo>
                  <a:pt x="1864313" y="0"/>
                  <a:pt x="2402597" y="538284"/>
                  <a:pt x="2402597" y="1201298"/>
                </a:cubicBezTo>
                <a:lnTo>
                  <a:pt x="2402597" y="1201298"/>
                </a:lnTo>
                <a:cubicBezTo>
                  <a:pt x="2402597" y="1864313"/>
                  <a:pt x="1864313" y="2402597"/>
                  <a:pt x="1201298" y="2402597"/>
                </a:cubicBezTo>
                <a:lnTo>
                  <a:pt x="1201298" y="2402597"/>
                </a:lnTo>
                <a:cubicBezTo>
                  <a:pt x="538284" y="2402597"/>
                  <a:pt x="0" y="1864313"/>
                  <a:pt x="0" y="1201298"/>
                </a:cubicBezTo>
                <a:lnTo>
                  <a:pt x="0" y="1201298"/>
                </a:lnTo>
                <a:cubicBezTo>
                  <a:pt x="0" y="538284"/>
                  <a:pt x="538284" y="0"/>
                  <a:pt x="12012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41316" y="3340080"/>
            <a:ext cx="1799592" cy="1799592"/>
          </a:xfrm>
          <a:custGeom>
            <a:avLst/>
            <a:gdLst/>
            <a:ahLst/>
            <a:cxnLst/>
            <a:rect l="l" t="t" r="r" b="b"/>
            <a:pathLst>
              <a:path w="1799592" h="1799592">
                <a:moveTo>
                  <a:pt x="899796" y="0"/>
                </a:moveTo>
                <a:lnTo>
                  <a:pt x="899796" y="0"/>
                </a:lnTo>
                <a:cubicBezTo>
                  <a:pt x="1396407" y="0"/>
                  <a:pt x="1799592" y="403185"/>
                  <a:pt x="1799592" y="899796"/>
                </a:cubicBezTo>
                <a:lnTo>
                  <a:pt x="1799592" y="899796"/>
                </a:lnTo>
                <a:cubicBezTo>
                  <a:pt x="1799592" y="1396407"/>
                  <a:pt x="1396407" y="1799592"/>
                  <a:pt x="899796" y="1799592"/>
                </a:cubicBezTo>
                <a:lnTo>
                  <a:pt x="899796" y="1799592"/>
                </a:lnTo>
                <a:cubicBezTo>
                  <a:pt x="403185" y="1799592"/>
                  <a:pt x="0" y="1396407"/>
                  <a:pt x="0" y="899796"/>
                </a:cubicBezTo>
                <a:lnTo>
                  <a:pt x="0" y="899796"/>
                </a:lnTo>
                <a:cubicBezTo>
                  <a:pt x="0" y="403185"/>
                  <a:pt x="403185" y="0"/>
                  <a:pt x="89979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6878" y="414566"/>
            <a:ext cx="75376" cy="603005"/>
          </a:xfrm>
          <a:custGeom>
            <a:avLst/>
            <a:gdLst/>
            <a:ahLst/>
            <a:cxnLst/>
            <a:rect l="l" t="t" r="r" b="b"/>
            <a:pathLst>
              <a:path w="75376" h="603005">
                <a:moveTo>
                  <a:pt x="0" y="0"/>
                </a:moveTo>
                <a:lnTo>
                  <a:pt x="75376" y="0"/>
                </a:lnTo>
                <a:lnTo>
                  <a:pt x="75376" y="603005"/>
                </a:lnTo>
                <a:lnTo>
                  <a:pt x="0" y="60300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3"/>
          <p:cNvSpPr/>
          <p:nvPr/>
        </p:nvSpPr>
        <p:spPr>
          <a:xfrm>
            <a:off x="603005" y="376878"/>
            <a:ext cx="273236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spc="104" kern="0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005" y="603005"/>
            <a:ext cx="2892538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5722" y="1243697"/>
            <a:ext cx="7546980" cy="1827858"/>
          </a:xfrm>
          <a:custGeom>
            <a:avLst/>
            <a:gdLst/>
            <a:ahLst/>
            <a:cxnLst/>
            <a:rect l="l" t="t" r="r" b="b"/>
            <a:pathLst>
              <a:path w="7546980" h="1827858">
                <a:moveTo>
                  <a:pt x="0" y="0"/>
                </a:moveTo>
                <a:lnTo>
                  <a:pt x="7546980" y="0"/>
                </a:lnTo>
                <a:lnTo>
                  <a:pt x="7546980" y="1827858"/>
                </a:lnTo>
                <a:lnTo>
                  <a:pt x="0" y="18278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5722" y="1243697"/>
            <a:ext cx="37688" cy="1827858"/>
          </a:xfrm>
          <a:custGeom>
            <a:avLst/>
            <a:gdLst/>
            <a:ahLst/>
            <a:cxnLst/>
            <a:rect l="l" t="t" r="r" b="b"/>
            <a:pathLst>
              <a:path w="37688" h="1827858">
                <a:moveTo>
                  <a:pt x="0" y="0"/>
                </a:moveTo>
                <a:lnTo>
                  <a:pt x="37688" y="0"/>
                </a:lnTo>
                <a:lnTo>
                  <a:pt x="37688" y="1827858"/>
                </a:lnTo>
                <a:lnTo>
                  <a:pt x="0" y="1827858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588872" y="1432136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70665" y="23555"/>
                </a:moveTo>
                <a:cubicBezTo>
                  <a:pt x="70665" y="17040"/>
                  <a:pt x="75928" y="11777"/>
                  <a:pt x="82442" y="11777"/>
                </a:cubicBezTo>
                <a:lnTo>
                  <a:pt x="105997" y="11777"/>
                </a:lnTo>
                <a:cubicBezTo>
                  <a:pt x="112511" y="11777"/>
                  <a:pt x="117774" y="17040"/>
                  <a:pt x="117774" y="23555"/>
                </a:cubicBezTo>
                <a:lnTo>
                  <a:pt x="117774" y="47110"/>
                </a:lnTo>
                <a:cubicBezTo>
                  <a:pt x="117774" y="53624"/>
                  <a:pt x="112511" y="58887"/>
                  <a:pt x="105997" y="58887"/>
                </a:cubicBezTo>
                <a:lnTo>
                  <a:pt x="103053" y="58887"/>
                </a:lnTo>
                <a:lnTo>
                  <a:pt x="103053" y="82442"/>
                </a:lnTo>
                <a:lnTo>
                  <a:pt x="147218" y="82442"/>
                </a:lnTo>
                <a:cubicBezTo>
                  <a:pt x="161866" y="82442"/>
                  <a:pt x="173717" y="94293"/>
                  <a:pt x="173717" y="108941"/>
                </a:cubicBezTo>
                <a:lnTo>
                  <a:pt x="173717" y="129552"/>
                </a:lnTo>
                <a:lnTo>
                  <a:pt x="176662" y="129552"/>
                </a:lnTo>
                <a:cubicBezTo>
                  <a:pt x="183176" y="129552"/>
                  <a:pt x="188439" y="134815"/>
                  <a:pt x="188439" y="141329"/>
                </a:cubicBezTo>
                <a:lnTo>
                  <a:pt x="188439" y="164884"/>
                </a:lnTo>
                <a:cubicBezTo>
                  <a:pt x="188439" y="171398"/>
                  <a:pt x="183176" y="176662"/>
                  <a:pt x="176662" y="176662"/>
                </a:cubicBezTo>
                <a:lnTo>
                  <a:pt x="153107" y="176662"/>
                </a:lnTo>
                <a:cubicBezTo>
                  <a:pt x="146592" y="176662"/>
                  <a:pt x="141329" y="171398"/>
                  <a:pt x="141329" y="164884"/>
                </a:cubicBezTo>
                <a:lnTo>
                  <a:pt x="141329" y="141329"/>
                </a:lnTo>
                <a:cubicBezTo>
                  <a:pt x="141329" y="134815"/>
                  <a:pt x="146592" y="129552"/>
                  <a:pt x="153107" y="129552"/>
                </a:cubicBezTo>
                <a:lnTo>
                  <a:pt x="156051" y="129552"/>
                </a:lnTo>
                <a:lnTo>
                  <a:pt x="156051" y="108941"/>
                </a:lnTo>
                <a:cubicBezTo>
                  <a:pt x="156051" y="104046"/>
                  <a:pt x="152113" y="100108"/>
                  <a:pt x="147218" y="100108"/>
                </a:cubicBezTo>
                <a:lnTo>
                  <a:pt x="103053" y="100108"/>
                </a:lnTo>
                <a:lnTo>
                  <a:pt x="103053" y="129552"/>
                </a:lnTo>
                <a:lnTo>
                  <a:pt x="105997" y="129552"/>
                </a:lnTo>
                <a:cubicBezTo>
                  <a:pt x="112511" y="129552"/>
                  <a:pt x="117774" y="134815"/>
                  <a:pt x="117774" y="141329"/>
                </a:cubicBezTo>
                <a:lnTo>
                  <a:pt x="117774" y="164884"/>
                </a:lnTo>
                <a:cubicBezTo>
                  <a:pt x="117774" y="171398"/>
                  <a:pt x="112511" y="176662"/>
                  <a:pt x="105997" y="176662"/>
                </a:cubicBezTo>
                <a:lnTo>
                  <a:pt x="82442" y="176662"/>
                </a:lnTo>
                <a:cubicBezTo>
                  <a:pt x="75928" y="176662"/>
                  <a:pt x="70665" y="171398"/>
                  <a:pt x="70665" y="164884"/>
                </a:cubicBezTo>
                <a:lnTo>
                  <a:pt x="70665" y="141329"/>
                </a:lnTo>
                <a:cubicBezTo>
                  <a:pt x="70665" y="134815"/>
                  <a:pt x="75928" y="129552"/>
                  <a:pt x="82442" y="129552"/>
                </a:cubicBezTo>
                <a:lnTo>
                  <a:pt x="85386" y="129552"/>
                </a:lnTo>
                <a:lnTo>
                  <a:pt x="85386" y="100108"/>
                </a:lnTo>
                <a:lnTo>
                  <a:pt x="41221" y="100108"/>
                </a:lnTo>
                <a:cubicBezTo>
                  <a:pt x="36326" y="100108"/>
                  <a:pt x="32388" y="104046"/>
                  <a:pt x="32388" y="108941"/>
                </a:cubicBezTo>
                <a:lnTo>
                  <a:pt x="32388" y="129552"/>
                </a:lnTo>
                <a:lnTo>
                  <a:pt x="35332" y="129552"/>
                </a:lnTo>
                <a:cubicBezTo>
                  <a:pt x="41847" y="129552"/>
                  <a:pt x="47110" y="134815"/>
                  <a:pt x="47110" y="141329"/>
                </a:cubicBezTo>
                <a:lnTo>
                  <a:pt x="47110" y="164884"/>
                </a:lnTo>
                <a:cubicBezTo>
                  <a:pt x="47110" y="171398"/>
                  <a:pt x="41847" y="176662"/>
                  <a:pt x="35332" y="176662"/>
                </a:cubicBezTo>
                <a:lnTo>
                  <a:pt x="11777" y="176662"/>
                </a:lnTo>
                <a:cubicBezTo>
                  <a:pt x="5263" y="176662"/>
                  <a:pt x="0" y="171398"/>
                  <a:pt x="0" y="164884"/>
                </a:cubicBezTo>
                <a:lnTo>
                  <a:pt x="0" y="141329"/>
                </a:lnTo>
                <a:cubicBezTo>
                  <a:pt x="0" y="134815"/>
                  <a:pt x="5263" y="129552"/>
                  <a:pt x="11777" y="129552"/>
                </a:cubicBezTo>
                <a:lnTo>
                  <a:pt x="14722" y="129552"/>
                </a:lnTo>
                <a:lnTo>
                  <a:pt x="14722" y="108941"/>
                </a:lnTo>
                <a:cubicBezTo>
                  <a:pt x="14722" y="94293"/>
                  <a:pt x="26573" y="82442"/>
                  <a:pt x="41221" y="82442"/>
                </a:cubicBezTo>
                <a:lnTo>
                  <a:pt x="85386" y="82442"/>
                </a:lnTo>
                <a:lnTo>
                  <a:pt x="85386" y="58887"/>
                </a:lnTo>
                <a:lnTo>
                  <a:pt x="82442" y="58887"/>
                </a:lnTo>
                <a:cubicBezTo>
                  <a:pt x="75928" y="58887"/>
                  <a:pt x="70665" y="53624"/>
                  <a:pt x="70665" y="47110"/>
                </a:cubicBezTo>
                <a:lnTo>
                  <a:pt x="70665" y="2355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Text 8"/>
          <p:cNvSpPr/>
          <p:nvPr/>
        </p:nvSpPr>
        <p:spPr>
          <a:xfrm>
            <a:off x="913929" y="1394448"/>
            <a:ext cx="162057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0028" y="1776037"/>
            <a:ext cx="2327221" cy="1140056"/>
          </a:xfrm>
          <a:custGeom>
            <a:avLst/>
            <a:gdLst/>
            <a:ahLst/>
            <a:cxnLst/>
            <a:rect l="l" t="t" r="r" b="b"/>
            <a:pathLst>
              <a:path w="2327221" h="1140056">
                <a:moveTo>
                  <a:pt x="0" y="0"/>
                </a:moveTo>
                <a:lnTo>
                  <a:pt x="2327221" y="0"/>
                </a:lnTo>
                <a:lnTo>
                  <a:pt x="2327221" y="1140056"/>
                </a:lnTo>
                <a:lnTo>
                  <a:pt x="0" y="1140056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661" y="1893811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8266" y="14133"/>
                </a:moveTo>
                <a:cubicBezTo>
                  <a:pt x="12675" y="14133"/>
                  <a:pt x="0" y="26808"/>
                  <a:pt x="0" y="42399"/>
                </a:cubicBezTo>
                <a:lnTo>
                  <a:pt x="0" y="155462"/>
                </a:lnTo>
                <a:cubicBezTo>
                  <a:pt x="0" y="171053"/>
                  <a:pt x="12675" y="183728"/>
                  <a:pt x="28266" y="183728"/>
                </a:cubicBezTo>
                <a:lnTo>
                  <a:pt x="91864" y="183728"/>
                </a:lnTo>
                <a:lnTo>
                  <a:pt x="84798" y="204927"/>
                </a:lnTo>
                <a:lnTo>
                  <a:pt x="52998" y="204927"/>
                </a:lnTo>
                <a:cubicBezTo>
                  <a:pt x="47124" y="204927"/>
                  <a:pt x="42399" y="209653"/>
                  <a:pt x="42399" y="215527"/>
                </a:cubicBezTo>
                <a:cubicBezTo>
                  <a:pt x="42399" y="221401"/>
                  <a:pt x="47124" y="226127"/>
                  <a:pt x="52998" y="226127"/>
                </a:cubicBezTo>
                <a:lnTo>
                  <a:pt x="173128" y="226127"/>
                </a:lnTo>
                <a:cubicBezTo>
                  <a:pt x="179002" y="226127"/>
                  <a:pt x="183728" y="221401"/>
                  <a:pt x="183728" y="215527"/>
                </a:cubicBezTo>
                <a:cubicBezTo>
                  <a:pt x="183728" y="209653"/>
                  <a:pt x="179002" y="204927"/>
                  <a:pt x="173128" y="204927"/>
                </a:cubicBezTo>
                <a:lnTo>
                  <a:pt x="141329" y="204927"/>
                </a:lnTo>
                <a:lnTo>
                  <a:pt x="134263" y="183728"/>
                </a:lnTo>
                <a:lnTo>
                  <a:pt x="197861" y="183728"/>
                </a:lnTo>
                <a:cubicBezTo>
                  <a:pt x="213451" y="183728"/>
                  <a:pt x="226127" y="171053"/>
                  <a:pt x="226127" y="155462"/>
                </a:cubicBezTo>
                <a:lnTo>
                  <a:pt x="226127" y="42399"/>
                </a:lnTo>
                <a:cubicBezTo>
                  <a:pt x="226127" y="26808"/>
                  <a:pt x="213451" y="14133"/>
                  <a:pt x="197861" y="14133"/>
                </a:cubicBezTo>
                <a:lnTo>
                  <a:pt x="28266" y="14133"/>
                </a:lnTo>
                <a:close/>
                <a:moveTo>
                  <a:pt x="42399" y="42399"/>
                </a:moveTo>
                <a:lnTo>
                  <a:pt x="183728" y="42399"/>
                </a:lnTo>
                <a:cubicBezTo>
                  <a:pt x="191545" y="42399"/>
                  <a:pt x="197861" y="48714"/>
                  <a:pt x="197861" y="56532"/>
                </a:cubicBezTo>
                <a:lnTo>
                  <a:pt x="197861" y="127196"/>
                </a:lnTo>
                <a:cubicBezTo>
                  <a:pt x="197861" y="135014"/>
                  <a:pt x="191545" y="141329"/>
                  <a:pt x="183728" y="141329"/>
                </a:cubicBezTo>
                <a:lnTo>
                  <a:pt x="42399" y="141329"/>
                </a:lnTo>
                <a:cubicBezTo>
                  <a:pt x="34581" y="141329"/>
                  <a:pt x="28266" y="135014"/>
                  <a:pt x="28266" y="127196"/>
                </a:cubicBezTo>
                <a:lnTo>
                  <a:pt x="28266" y="56532"/>
                </a:lnTo>
                <a:cubicBezTo>
                  <a:pt x="28266" y="48714"/>
                  <a:pt x="34581" y="42399"/>
                  <a:pt x="42399" y="4239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4825" y="2195314"/>
            <a:ext cx="215762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825" y="2421440"/>
            <a:ext cx="215762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browser interface for users (Admin, Pharmacist, Cashier)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15906" y="1776037"/>
            <a:ext cx="2327221" cy="1140056"/>
          </a:xfrm>
          <a:custGeom>
            <a:avLst/>
            <a:gdLst/>
            <a:ahLst/>
            <a:cxnLst/>
            <a:rect l="l" t="t" r="r" b="b"/>
            <a:pathLst>
              <a:path w="2327221" h="1140056">
                <a:moveTo>
                  <a:pt x="0" y="0"/>
                </a:moveTo>
                <a:lnTo>
                  <a:pt x="2327221" y="0"/>
                </a:lnTo>
                <a:lnTo>
                  <a:pt x="2327221" y="1140056"/>
                </a:lnTo>
                <a:lnTo>
                  <a:pt x="0" y="1140056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673" y="1893811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28266" y="14133"/>
                </a:moveTo>
                <a:cubicBezTo>
                  <a:pt x="12675" y="14133"/>
                  <a:pt x="0" y="26808"/>
                  <a:pt x="0" y="42399"/>
                </a:cubicBezTo>
                <a:lnTo>
                  <a:pt x="0" y="70665"/>
                </a:lnTo>
                <a:cubicBezTo>
                  <a:pt x="0" y="86255"/>
                  <a:pt x="12675" y="98930"/>
                  <a:pt x="28266" y="98930"/>
                </a:cubicBezTo>
                <a:lnTo>
                  <a:pt x="169595" y="98930"/>
                </a:lnTo>
                <a:cubicBezTo>
                  <a:pt x="185185" y="98930"/>
                  <a:pt x="197861" y="86255"/>
                  <a:pt x="197861" y="70665"/>
                </a:cubicBezTo>
                <a:lnTo>
                  <a:pt x="197861" y="42399"/>
                </a:lnTo>
                <a:cubicBezTo>
                  <a:pt x="197861" y="26808"/>
                  <a:pt x="185185" y="14133"/>
                  <a:pt x="169595" y="14133"/>
                </a:cubicBezTo>
                <a:lnTo>
                  <a:pt x="28266" y="14133"/>
                </a:lnTo>
                <a:close/>
                <a:moveTo>
                  <a:pt x="123663" y="45932"/>
                </a:moveTo>
                <a:cubicBezTo>
                  <a:pt x="129513" y="45932"/>
                  <a:pt x="134263" y="50682"/>
                  <a:pt x="134263" y="56532"/>
                </a:cubicBezTo>
                <a:cubicBezTo>
                  <a:pt x="134263" y="62382"/>
                  <a:pt x="129513" y="67131"/>
                  <a:pt x="123663" y="67131"/>
                </a:cubicBezTo>
                <a:cubicBezTo>
                  <a:pt x="117813" y="67131"/>
                  <a:pt x="113063" y="62382"/>
                  <a:pt x="113063" y="56532"/>
                </a:cubicBezTo>
                <a:cubicBezTo>
                  <a:pt x="113063" y="50682"/>
                  <a:pt x="117813" y="45932"/>
                  <a:pt x="123663" y="45932"/>
                </a:cubicBezTo>
                <a:close/>
                <a:moveTo>
                  <a:pt x="148396" y="56532"/>
                </a:moveTo>
                <a:cubicBezTo>
                  <a:pt x="148396" y="50682"/>
                  <a:pt x="153145" y="45932"/>
                  <a:pt x="158995" y="45932"/>
                </a:cubicBezTo>
                <a:cubicBezTo>
                  <a:pt x="164845" y="45932"/>
                  <a:pt x="169595" y="50682"/>
                  <a:pt x="169595" y="56532"/>
                </a:cubicBezTo>
                <a:cubicBezTo>
                  <a:pt x="169595" y="62382"/>
                  <a:pt x="164845" y="67131"/>
                  <a:pt x="158995" y="67131"/>
                </a:cubicBezTo>
                <a:cubicBezTo>
                  <a:pt x="153145" y="67131"/>
                  <a:pt x="148396" y="62382"/>
                  <a:pt x="148396" y="56532"/>
                </a:cubicBezTo>
                <a:close/>
                <a:moveTo>
                  <a:pt x="28266" y="127196"/>
                </a:moveTo>
                <a:cubicBezTo>
                  <a:pt x="12675" y="127196"/>
                  <a:pt x="0" y="139872"/>
                  <a:pt x="0" y="155462"/>
                </a:cubicBezTo>
                <a:lnTo>
                  <a:pt x="0" y="183728"/>
                </a:lnTo>
                <a:cubicBezTo>
                  <a:pt x="0" y="199318"/>
                  <a:pt x="12675" y="211994"/>
                  <a:pt x="28266" y="211994"/>
                </a:cubicBezTo>
                <a:lnTo>
                  <a:pt x="169595" y="211994"/>
                </a:lnTo>
                <a:cubicBezTo>
                  <a:pt x="185185" y="211994"/>
                  <a:pt x="197861" y="199318"/>
                  <a:pt x="197861" y="183728"/>
                </a:cubicBezTo>
                <a:lnTo>
                  <a:pt x="197861" y="155462"/>
                </a:lnTo>
                <a:cubicBezTo>
                  <a:pt x="197861" y="139872"/>
                  <a:pt x="185185" y="127196"/>
                  <a:pt x="169595" y="127196"/>
                </a:cubicBezTo>
                <a:lnTo>
                  <a:pt x="28266" y="127196"/>
                </a:lnTo>
                <a:close/>
                <a:moveTo>
                  <a:pt x="123663" y="158995"/>
                </a:moveTo>
                <a:cubicBezTo>
                  <a:pt x="129513" y="158995"/>
                  <a:pt x="134263" y="163745"/>
                  <a:pt x="134263" y="169595"/>
                </a:cubicBezTo>
                <a:cubicBezTo>
                  <a:pt x="134263" y="175445"/>
                  <a:pt x="129513" y="180195"/>
                  <a:pt x="123663" y="180195"/>
                </a:cubicBezTo>
                <a:cubicBezTo>
                  <a:pt x="117813" y="180195"/>
                  <a:pt x="113063" y="175445"/>
                  <a:pt x="113063" y="169595"/>
                </a:cubicBezTo>
                <a:cubicBezTo>
                  <a:pt x="113063" y="163745"/>
                  <a:pt x="117813" y="158995"/>
                  <a:pt x="123663" y="158995"/>
                </a:cubicBezTo>
                <a:close/>
                <a:moveTo>
                  <a:pt x="148396" y="169595"/>
                </a:moveTo>
                <a:cubicBezTo>
                  <a:pt x="148396" y="163745"/>
                  <a:pt x="153145" y="158995"/>
                  <a:pt x="158995" y="158995"/>
                </a:cubicBezTo>
                <a:cubicBezTo>
                  <a:pt x="164845" y="158995"/>
                  <a:pt x="169595" y="163745"/>
                  <a:pt x="169595" y="169595"/>
                </a:cubicBezTo>
                <a:cubicBezTo>
                  <a:pt x="169595" y="175445"/>
                  <a:pt x="164845" y="180195"/>
                  <a:pt x="158995" y="180195"/>
                </a:cubicBezTo>
                <a:cubicBezTo>
                  <a:pt x="153145" y="180195"/>
                  <a:pt x="148396" y="175445"/>
                  <a:pt x="148396" y="16959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3100704" y="2195314"/>
            <a:ext cx="215762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0704" y="2421440"/>
            <a:ext cx="215762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Server-side logic processing requests and business rules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61932" y="1776037"/>
            <a:ext cx="2327221" cy="1140056"/>
          </a:xfrm>
          <a:custGeom>
            <a:avLst/>
            <a:gdLst/>
            <a:ahLst/>
            <a:cxnLst/>
            <a:rect l="l" t="t" r="r" b="b"/>
            <a:pathLst>
              <a:path w="2327221" h="1140056">
                <a:moveTo>
                  <a:pt x="0" y="0"/>
                </a:moveTo>
                <a:lnTo>
                  <a:pt x="2327221" y="0"/>
                </a:lnTo>
                <a:lnTo>
                  <a:pt x="2327221" y="1140056"/>
                </a:lnTo>
                <a:lnTo>
                  <a:pt x="0" y="1140056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4699" y="1893811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197861" y="90892"/>
                </a:moveTo>
                <a:cubicBezTo>
                  <a:pt x="191324" y="95221"/>
                  <a:pt x="183816" y="98710"/>
                  <a:pt x="175999" y="101492"/>
                </a:cubicBezTo>
                <a:cubicBezTo>
                  <a:pt x="155241" y="108912"/>
                  <a:pt x="127991" y="113063"/>
                  <a:pt x="98930" y="113063"/>
                </a:cubicBezTo>
                <a:cubicBezTo>
                  <a:pt x="69870" y="113063"/>
                  <a:pt x="42575" y="108868"/>
                  <a:pt x="21862" y="101492"/>
                </a:cubicBezTo>
                <a:cubicBezTo>
                  <a:pt x="14089" y="98710"/>
                  <a:pt x="6536" y="95221"/>
                  <a:pt x="0" y="90892"/>
                </a:cubicBezTo>
                <a:lnTo>
                  <a:pt x="0" y="127196"/>
                </a:lnTo>
                <a:cubicBezTo>
                  <a:pt x="0" y="146717"/>
                  <a:pt x="44298" y="162529"/>
                  <a:pt x="98930" y="162529"/>
                </a:cubicBezTo>
                <a:cubicBezTo>
                  <a:pt x="153563" y="162529"/>
                  <a:pt x="197861" y="146717"/>
                  <a:pt x="197861" y="127196"/>
                </a:cubicBezTo>
                <a:lnTo>
                  <a:pt x="197861" y="90892"/>
                </a:lnTo>
                <a:close/>
                <a:moveTo>
                  <a:pt x="197861" y="56532"/>
                </a:moveTo>
                <a:lnTo>
                  <a:pt x="197861" y="35332"/>
                </a:lnTo>
                <a:cubicBezTo>
                  <a:pt x="197861" y="15811"/>
                  <a:pt x="153563" y="0"/>
                  <a:pt x="98930" y="0"/>
                </a:cubicBezTo>
                <a:cubicBezTo>
                  <a:pt x="44298" y="0"/>
                  <a:pt x="0" y="15811"/>
                  <a:pt x="0" y="35332"/>
                </a:cubicBezTo>
                <a:lnTo>
                  <a:pt x="0" y="56532"/>
                </a:lnTo>
                <a:cubicBezTo>
                  <a:pt x="0" y="76053"/>
                  <a:pt x="44298" y="91864"/>
                  <a:pt x="98930" y="91864"/>
                </a:cubicBezTo>
                <a:cubicBezTo>
                  <a:pt x="153563" y="91864"/>
                  <a:pt x="197861" y="76053"/>
                  <a:pt x="197861" y="56532"/>
                </a:cubicBezTo>
                <a:close/>
                <a:moveTo>
                  <a:pt x="175999" y="172157"/>
                </a:moveTo>
                <a:cubicBezTo>
                  <a:pt x="155285" y="179532"/>
                  <a:pt x="128035" y="183728"/>
                  <a:pt x="98930" y="183728"/>
                </a:cubicBezTo>
                <a:cubicBezTo>
                  <a:pt x="69825" y="183728"/>
                  <a:pt x="42575" y="179532"/>
                  <a:pt x="21862" y="172157"/>
                </a:cubicBezTo>
                <a:cubicBezTo>
                  <a:pt x="14089" y="169374"/>
                  <a:pt x="6536" y="165885"/>
                  <a:pt x="0" y="161557"/>
                </a:cubicBezTo>
                <a:lnTo>
                  <a:pt x="0" y="190794"/>
                </a:lnTo>
                <a:cubicBezTo>
                  <a:pt x="0" y="210316"/>
                  <a:pt x="44298" y="226127"/>
                  <a:pt x="98930" y="226127"/>
                </a:cubicBezTo>
                <a:cubicBezTo>
                  <a:pt x="153563" y="226127"/>
                  <a:pt x="197861" y="210316"/>
                  <a:pt x="197861" y="190794"/>
                </a:cubicBezTo>
                <a:lnTo>
                  <a:pt x="197861" y="161557"/>
                </a:lnTo>
                <a:cubicBezTo>
                  <a:pt x="191324" y="165885"/>
                  <a:pt x="183816" y="169374"/>
                  <a:pt x="175999" y="17215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5546730" y="2195314"/>
            <a:ext cx="215762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46730" y="2421440"/>
            <a:ext cx="215762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storage for medicines, sales, prescriptions, users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6878" y="3222306"/>
            <a:ext cx="7565824" cy="1922077"/>
          </a:xfrm>
          <a:custGeom>
            <a:avLst/>
            <a:gdLst/>
            <a:ahLst/>
            <a:cxnLst/>
            <a:rect l="l" t="t" r="r" b="b"/>
            <a:pathLst>
              <a:path w="7565824" h="1922077">
                <a:moveTo>
                  <a:pt x="0" y="0"/>
                </a:moveTo>
                <a:lnTo>
                  <a:pt x="7565824" y="0"/>
                </a:lnTo>
                <a:lnTo>
                  <a:pt x="7565824" y="1922077"/>
                </a:lnTo>
                <a:lnTo>
                  <a:pt x="0" y="19220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1184" y="3410745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04525" y="-478"/>
                </a:moveTo>
                <a:cubicBezTo>
                  <a:pt x="98158" y="-4159"/>
                  <a:pt x="90281" y="-4159"/>
                  <a:pt x="83914" y="-478"/>
                </a:cubicBezTo>
                <a:lnTo>
                  <a:pt x="52925" y="17409"/>
                </a:lnTo>
                <a:cubicBezTo>
                  <a:pt x="46558" y="21089"/>
                  <a:pt x="42620" y="27898"/>
                  <a:pt x="42620" y="35259"/>
                </a:cubicBezTo>
                <a:lnTo>
                  <a:pt x="42620" y="72762"/>
                </a:lnTo>
                <a:lnTo>
                  <a:pt x="10121" y="91533"/>
                </a:lnTo>
                <a:cubicBezTo>
                  <a:pt x="3754" y="95213"/>
                  <a:pt x="-184" y="102022"/>
                  <a:pt x="-184" y="109383"/>
                </a:cubicBezTo>
                <a:lnTo>
                  <a:pt x="-184" y="145194"/>
                </a:lnTo>
                <a:cubicBezTo>
                  <a:pt x="-184" y="152555"/>
                  <a:pt x="3754" y="159363"/>
                  <a:pt x="10121" y="163044"/>
                </a:cubicBezTo>
                <a:lnTo>
                  <a:pt x="41147" y="180931"/>
                </a:lnTo>
                <a:cubicBezTo>
                  <a:pt x="47515" y="184611"/>
                  <a:pt x="55391" y="184611"/>
                  <a:pt x="61758" y="180931"/>
                </a:cubicBezTo>
                <a:lnTo>
                  <a:pt x="94256" y="162161"/>
                </a:lnTo>
                <a:lnTo>
                  <a:pt x="126755" y="180931"/>
                </a:lnTo>
                <a:cubicBezTo>
                  <a:pt x="133122" y="184611"/>
                  <a:pt x="140998" y="184611"/>
                  <a:pt x="147365" y="180931"/>
                </a:cubicBezTo>
                <a:lnTo>
                  <a:pt x="178318" y="163044"/>
                </a:lnTo>
                <a:cubicBezTo>
                  <a:pt x="184685" y="159363"/>
                  <a:pt x="188623" y="152555"/>
                  <a:pt x="188623" y="145194"/>
                </a:cubicBezTo>
                <a:lnTo>
                  <a:pt x="188623" y="109383"/>
                </a:lnTo>
                <a:cubicBezTo>
                  <a:pt x="188623" y="102022"/>
                  <a:pt x="184685" y="95213"/>
                  <a:pt x="178318" y="91533"/>
                </a:cubicBezTo>
                <a:lnTo>
                  <a:pt x="145819" y="72762"/>
                </a:lnTo>
                <a:lnTo>
                  <a:pt x="145819" y="35259"/>
                </a:lnTo>
                <a:cubicBezTo>
                  <a:pt x="145819" y="27898"/>
                  <a:pt x="141881" y="21089"/>
                  <a:pt x="135514" y="17409"/>
                </a:cubicBezTo>
                <a:lnTo>
                  <a:pt x="104525" y="-478"/>
                </a:lnTo>
                <a:close/>
                <a:moveTo>
                  <a:pt x="85386" y="107690"/>
                </a:moveTo>
                <a:lnTo>
                  <a:pt x="85386" y="146887"/>
                </a:lnTo>
                <a:lnTo>
                  <a:pt x="52888" y="165657"/>
                </a:lnTo>
                <a:cubicBezTo>
                  <a:pt x="52446" y="165915"/>
                  <a:pt x="51931" y="166062"/>
                  <a:pt x="51416" y="166062"/>
                </a:cubicBezTo>
                <a:lnTo>
                  <a:pt x="51416" y="127307"/>
                </a:lnTo>
                <a:lnTo>
                  <a:pt x="85386" y="107690"/>
                </a:lnTo>
                <a:close/>
                <a:moveTo>
                  <a:pt x="170552" y="107911"/>
                </a:moveTo>
                <a:cubicBezTo>
                  <a:pt x="170810" y="108352"/>
                  <a:pt x="170957" y="108868"/>
                  <a:pt x="170957" y="109383"/>
                </a:cubicBezTo>
                <a:lnTo>
                  <a:pt x="170957" y="145194"/>
                </a:lnTo>
                <a:cubicBezTo>
                  <a:pt x="170957" y="146261"/>
                  <a:pt x="170405" y="147218"/>
                  <a:pt x="169485" y="147733"/>
                </a:cubicBezTo>
                <a:lnTo>
                  <a:pt x="138458" y="165620"/>
                </a:lnTo>
                <a:cubicBezTo>
                  <a:pt x="138017" y="165878"/>
                  <a:pt x="137502" y="166025"/>
                  <a:pt x="136986" y="166025"/>
                </a:cubicBezTo>
                <a:lnTo>
                  <a:pt x="136986" y="127270"/>
                </a:lnTo>
                <a:lnTo>
                  <a:pt x="170552" y="107911"/>
                </a:lnTo>
                <a:close/>
                <a:moveTo>
                  <a:pt x="128190" y="35259"/>
                </a:moveTo>
                <a:lnTo>
                  <a:pt x="128190" y="72762"/>
                </a:lnTo>
                <a:lnTo>
                  <a:pt x="94219" y="92379"/>
                </a:lnTo>
                <a:lnTo>
                  <a:pt x="94219" y="53182"/>
                </a:lnTo>
                <a:lnTo>
                  <a:pt x="127785" y="33823"/>
                </a:lnTo>
                <a:cubicBezTo>
                  <a:pt x="128043" y="34265"/>
                  <a:pt x="128190" y="34780"/>
                  <a:pt x="128190" y="3529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Text 23"/>
          <p:cNvSpPr/>
          <p:nvPr/>
        </p:nvSpPr>
        <p:spPr>
          <a:xfrm>
            <a:off x="876241" y="3373057"/>
            <a:ext cx="1337917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Modules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2340" y="3754646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427" y="3834733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Authentication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427" y="406085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Login, roles, security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78219" y="3754646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58305" y="3834733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Inventory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58305" y="406085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Stock, expiry, alerts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24245" y="3754646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331" y="3834733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Sales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04331" y="406085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Transactions, receipts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2340" y="4414182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427" y="449426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Prescription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2427" y="4720396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Records, compliance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978219" y="4414182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8305" y="449426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Reporting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58305" y="4720396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Sales, inventory, expiry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24245" y="4414182"/>
            <a:ext cx="2364909" cy="574739"/>
          </a:xfrm>
          <a:custGeom>
            <a:avLst/>
            <a:gdLst/>
            <a:ahLst/>
            <a:cxnLst/>
            <a:rect l="l" t="t" r="r" b="b"/>
            <a:pathLst>
              <a:path w="2364909" h="574739">
                <a:moveTo>
                  <a:pt x="0" y="0"/>
                </a:moveTo>
                <a:lnTo>
                  <a:pt x="2364909" y="0"/>
                </a:lnTo>
                <a:lnTo>
                  <a:pt x="2364909" y="574739"/>
                </a:lnTo>
                <a:lnTo>
                  <a:pt x="0" y="57473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 w="12700">
            <a:solidFill>
              <a:srgbClr val="DDFF00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4331" y="4494269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User Mgmt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504331" y="4720396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Add, update, logs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589" y="5299845"/>
            <a:ext cx="7556402" cy="1177743"/>
          </a:xfrm>
          <a:custGeom>
            <a:avLst/>
            <a:gdLst/>
            <a:ahLst/>
            <a:cxnLst/>
            <a:rect l="l" t="t" r="r" b="b"/>
            <a:pathLst>
              <a:path w="7556402" h="1177743">
                <a:moveTo>
                  <a:pt x="0" y="0"/>
                </a:moveTo>
                <a:lnTo>
                  <a:pt x="7556402" y="0"/>
                </a:lnTo>
                <a:lnTo>
                  <a:pt x="7556402" y="1177743"/>
                </a:lnTo>
                <a:lnTo>
                  <a:pt x="0" y="1177743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828" y="5492995"/>
            <a:ext cx="211994" cy="188439"/>
          </a:xfrm>
          <a:custGeom>
            <a:avLst/>
            <a:gdLst/>
            <a:ahLst/>
            <a:cxnLst/>
            <a:rect l="l" t="t" r="r" b="b"/>
            <a:pathLst>
              <a:path w="211994" h="188439">
                <a:moveTo>
                  <a:pt x="132791" y="442"/>
                </a:moveTo>
                <a:cubicBezTo>
                  <a:pt x="126534" y="-1362"/>
                  <a:pt x="120019" y="2282"/>
                  <a:pt x="118216" y="8539"/>
                </a:cubicBezTo>
                <a:lnTo>
                  <a:pt x="71106" y="173423"/>
                </a:lnTo>
                <a:cubicBezTo>
                  <a:pt x="69303" y="179679"/>
                  <a:pt x="72946" y="186194"/>
                  <a:pt x="79203" y="187997"/>
                </a:cubicBezTo>
                <a:cubicBezTo>
                  <a:pt x="85460" y="189801"/>
                  <a:pt x="91974" y="186157"/>
                  <a:pt x="93778" y="179900"/>
                </a:cubicBezTo>
                <a:lnTo>
                  <a:pt x="140888" y="15016"/>
                </a:lnTo>
                <a:cubicBezTo>
                  <a:pt x="142691" y="8759"/>
                  <a:pt x="139047" y="2245"/>
                  <a:pt x="132791" y="442"/>
                </a:cubicBezTo>
                <a:close/>
                <a:moveTo>
                  <a:pt x="156566" y="50533"/>
                </a:moveTo>
                <a:cubicBezTo>
                  <a:pt x="151966" y="55133"/>
                  <a:pt x="151966" y="62604"/>
                  <a:pt x="156566" y="67205"/>
                </a:cubicBezTo>
                <a:lnTo>
                  <a:pt x="183581" y="94219"/>
                </a:lnTo>
                <a:lnTo>
                  <a:pt x="156566" y="121234"/>
                </a:lnTo>
                <a:cubicBezTo>
                  <a:pt x="151966" y="125835"/>
                  <a:pt x="151966" y="133306"/>
                  <a:pt x="156566" y="137906"/>
                </a:cubicBezTo>
                <a:cubicBezTo>
                  <a:pt x="161167" y="142507"/>
                  <a:pt x="168638" y="142507"/>
                  <a:pt x="173239" y="137906"/>
                </a:cubicBezTo>
                <a:lnTo>
                  <a:pt x="208571" y="102574"/>
                </a:lnTo>
                <a:cubicBezTo>
                  <a:pt x="213172" y="97974"/>
                  <a:pt x="213172" y="90502"/>
                  <a:pt x="208571" y="85902"/>
                </a:cubicBezTo>
                <a:lnTo>
                  <a:pt x="173239" y="50569"/>
                </a:lnTo>
                <a:cubicBezTo>
                  <a:pt x="168638" y="45969"/>
                  <a:pt x="161167" y="45969"/>
                  <a:pt x="156566" y="50569"/>
                </a:cubicBezTo>
                <a:close/>
                <a:moveTo>
                  <a:pt x="55464" y="50533"/>
                </a:moveTo>
                <a:cubicBezTo>
                  <a:pt x="50864" y="45932"/>
                  <a:pt x="43392" y="45932"/>
                  <a:pt x="38792" y="50533"/>
                </a:cubicBezTo>
                <a:lnTo>
                  <a:pt x="3460" y="85865"/>
                </a:lnTo>
                <a:cubicBezTo>
                  <a:pt x="-1141" y="90465"/>
                  <a:pt x="-1141" y="97937"/>
                  <a:pt x="3460" y="102537"/>
                </a:cubicBezTo>
                <a:lnTo>
                  <a:pt x="38792" y="137870"/>
                </a:lnTo>
                <a:cubicBezTo>
                  <a:pt x="43392" y="142470"/>
                  <a:pt x="50864" y="142470"/>
                  <a:pt x="55464" y="137870"/>
                </a:cubicBezTo>
                <a:cubicBezTo>
                  <a:pt x="60065" y="133269"/>
                  <a:pt x="60065" y="125798"/>
                  <a:pt x="55464" y="121197"/>
                </a:cubicBezTo>
                <a:lnTo>
                  <a:pt x="28450" y="94219"/>
                </a:lnTo>
                <a:lnTo>
                  <a:pt x="55428" y="67205"/>
                </a:lnTo>
                <a:cubicBezTo>
                  <a:pt x="60028" y="62604"/>
                  <a:pt x="60028" y="55133"/>
                  <a:pt x="55428" y="50533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6" name="Text 44"/>
          <p:cNvSpPr/>
          <p:nvPr/>
        </p:nvSpPr>
        <p:spPr>
          <a:xfrm>
            <a:off x="885663" y="5455308"/>
            <a:ext cx="1422714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7051" y="5832185"/>
            <a:ext cx="1752482" cy="489941"/>
          </a:xfrm>
          <a:custGeom>
            <a:avLst/>
            <a:gdLst/>
            <a:ahLst/>
            <a:cxnLst/>
            <a:rect l="l" t="t" r="r" b="b"/>
            <a:pathLst>
              <a:path w="1752482" h="489941">
                <a:moveTo>
                  <a:pt x="0" y="0"/>
                </a:moveTo>
                <a:lnTo>
                  <a:pt x="1752482" y="0"/>
                </a:lnTo>
                <a:lnTo>
                  <a:pt x="1752482" y="489941"/>
                </a:lnTo>
                <a:lnTo>
                  <a:pt x="0" y="4899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79450" y="5907561"/>
            <a:ext cx="166768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4161" y="6096000"/>
            <a:ext cx="1658263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366823" y="5832185"/>
            <a:ext cx="1752482" cy="489941"/>
          </a:xfrm>
          <a:custGeom>
            <a:avLst/>
            <a:gdLst/>
            <a:ahLst/>
            <a:cxnLst/>
            <a:rect l="l" t="t" r="r" b="b"/>
            <a:pathLst>
              <a:path w="1752482" h="489941">
                <a:moveTo>
                  <a:pt x="0" y="0"/>
                </a:moveTo>
                <a:lnTo>
                  <a:pt x="1752482" y="0"/>
                </a:lnTo>
                <a:lnTo>
                  <a:pt x="1752482" y="489941"/>
                </a:lnTo>
                <a:lnTo>
                  <a:pt x="0" y="4899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409221" y="5907561"/>
            <a:ext cx="166768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Django 4.x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13932" y="6096000"/>
            <a:ext cx="1658263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196594" y="5832185"/>
            <a:ext cx="1752482" cy="489941"/>
          </a:xfrm>
          <a:custGeom>
            <a:avLst/>
            <a:gdLst/>
            <a:ahLst/>
            <a:cxnLst/>
            <a:rect l="l" t="t" r="r" b="b"/>
            <a:pathLst>
              <a:path w="1752482" h="489941">
                <a:moveTo>
                  <a:pt x="0" y="0"/>
                </a:moveTo>
                <a:lnTo>
                  <a:pt x="1752482" y="0"/>
                </a:lnTo>
                <a:lnTo>
                  <a:pt x="1752482" y="489941"/>
                </a:lnTo>
                <a:lnTo>
                  <a:pt x="0" y="4899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238993" y="5907561"/>
            <a:ext cx="166768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43704" y="6096000"/>
            <a:ext cx="1658263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026366" y="5832185"/>
            <a:ext cx="1752482" cy="489941"/>
          </a:xfrm>
          <a:custGeom>
            <a:avLst/>
            <a:gdLst/>
            <a:ahLst/>
            <a:cxnLst/>
            <a:rect l="l" t="t" r="r" b="b"/>
            <a:pathLst>
              <a:path w="1752482" h="489941">
                <a:moveTo>
                  <a:pt x="0" y="0"/>
                </a:moveTo>
                <a:lnTo>
                  <a:pt x="1752482" y="0"/>
                </a:lnTo>
                <a:lnTo>
                  <a:pt x="1752482" y="489941"/>
                </a:lnTo>
                <a:lnTo>
                  <a:pt x="0" y="48994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068765" y="5907561"/>
            <a:ext cx="166768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SQLite/MySQL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073476" y="6096000"/>
            <a:ext cx="1658263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38796" y="1253119"/>
            <a:ext cx="3665138" cy="2430862"/>
          </a:xfrm>
          <a:custGeom>
            <a:avLst/>
            <a:gdLst/>
            <a:ahLst/>
            <a:cxnLst/>
            <a:rect l="l" t="t" r="r" b="b"/>
            <a:pathLst>
              <a:path w="3665138" h="2430862">
                <a:moveTo>
                  <a:pt x="0" y="0"/>
                </a:moveTo>
                <a:lnTo>
                  <a:pt x="3665138" y="0"/>
                </a:lnTo>
                <a:lnTo>
                  <a:pt x="3665138" y="2430862"/>
                </a:lnTo>
                <a:lnTo>
                  <a:pt x="0" y="24308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25400">
            <a:solidFill>
              <a:srgbClr val="DDFF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2524" y="1450980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51119" y="45674"/>
                </a:moveTo>
                <a:cubicBezTo>
                  <a:pt x="158738" y="51416"/>
                  <a:pt x="168049" y="56973"/>
                  <a:pt x="178428" y="58372"/>
                </a:cubicBezTo>
                <a:cubicBezTo>
                  <a:pt x="183250" y="59034"/>
                  <a:pt x="187703" y="55612"/>
                  <a:pt x="188365" y="50790"/>
                </a:cubicBezTo>
                <a:cubicBezTo>
                  <a:pt x="189028" y="45969"/>
                  <a:pt x="185605" y="41515"/>
                  <a:pt x="180784" y="40853"/>
                </a:cubicBezTo>
                <a:cubicBezTo>
                  <a:pt x="174932" y="40080"/>
                  <a:pt x="168565" y="36694"/>
                  <a:pt x="161756" y="31578"/>
                </a:cubicBezTo>
                <a:cubicBezTo>
                  <a:pt x="147623" y="20905"/>
                  <a:pt x="128448" y="20905"/>
                  <a:pt x="114278" y="31578"/>
                </a:cubicBezTo>
                <a:cubicBezTo>
                  <a:pt x="105445" y="38240"/>
                  <a:pt x="99298" y="41258"/>
                  <a:pt x="94219" y="41258"/>
                </a:cubicBezTo>
                <a:cubicBezTo>
                  <a:pt x="89140" y="41258"/>
                  <a:pt x="82994" y="38240"/>
                  <a:pt x="74161" y="31578"/>
                </a:cubicBezTo>
                <a:cubicBezTo>
                  <a:pt x="60028" y="20905"/>
                  <a:pt x="40853" y="20905"/>
                  <a:pt x="26683" y="31578"/>
                </a:cubicBezTo>
                <a:cubicBezTo>
                  <a:pt x="19874" y="36694"/>
                  <a:pt x="13507" y="40080"/>
                  <a:pt x="7655" y="40853"/>
                </a:cubicBezTo>
                <a:cubicBezTo>
                  <a:pt x="2834" y="41515"/>
                  <a:pt x="-589" y="45932"/>
                  <a:pt x="74" y="50790"/>
                </a:cubicBezTo>
                <a:cubicBezTo>
                  <a:pt x="736" y="55648"/>
                  <a:pt x="5153" y="59034"/>
                  <a:pt x="10011" y="58372"/>
                </a:cubicBezTo>
                <a:cubicBezTo>
                  <a:pt x="20390" y="56973"/>
                  <a:pt x="29738" y="51416"/>
                  <a:pt x="37320" y="45674"/>
                </a:cubicBezTo>
                <a:cubicBezTo>
                  <a:pt x="45159" y="39749"/>
                  <a:pt x="55685" y="39749"/>
                  <a:pt x="63525" y="45674"/>
                </a:cubicBezTo>
                <a:cubicBezTo>
                  <a:pt x="72431" y="52410"/>
                  <a:pt x="82773" y="58887"/>
                  <a:pt x="94219" y="58887"/>
                </a:cubicBezTo>
                <a:cubicBezTo>
                  <a:pt x="105666" y="58887"/>
                  <a:pt x="115971" y="52373"/>
                  <a:pt x="124914" y="45674"/>
                </a:cubicBezTo>
                <a:cubicBezTo>
                  <a:pt x="132754" y="39749"/>
                  <a:pt x="143280" y="39749"/>
                  <a:pt x="151119" y="45674"/>
                </a:cubicBezTo>
                <a:close/>
                <a:moveTo>
                  <a:pt x="151119" y="98673"/>
                </a:moveTo>
                <a:cubicBezTo>
                  <a:pt x="158738" y="104414"/>
                  <a:pt x="168049" y="109972"/>
                  <a:pt x="178428" y="111370"/>
                </a:cubicBezTo>
                <a:cubicBezTo>
                  <a:pt x="183250" y="112033"/>
                  <a:pt x="187703" y="108610"/>
                  <a:pt x="188365" y="103789"/>
                </a:cubicBezTo>
                <a:cubicBezTo>
                  <a:pt x="189028" y="98967"/>
                  <a:pt x="185605" y="94514"/>
                  <a:pt x="180784" y="93851"/>
                </a:cubicBezTo>
                <a:cubicBezTo>
                  <a:pt x="174932" y="93079"/>
                  <a:pt x="168565" y="89693"/>
                  <a:pt x="161756" y="84577"/>
                </a:cubicBezTo>
                <a:cubicBezTo>
                  <a:pt x="147623" y="73903"/>
                  <a:pt x="128448" y="73903"/>
                  <a:pt x="114278" y="84577"/>
                </a:cubicBezTo>
                <a:cubicBezTo>
                  <a:pt x="105445" y="91238"/>
                  <a:pt x="99298" y="94256"/>
                  <a:pt x="94219" y="94256"/>
                </a:cubicBezTo>
                <a:cubicBezTo>
                  <a:pt x="89140" y="94256"/>
                  <a:pt x="82994" y="91238"/>
                  <a:pt x="74161" y="84577"/>
                </a:cubicBezTo>
                <a:cubicBezTo>
                  <a:pt x="60028" y="73903"/>
                  <a:pt x="40853" y="73903"/>
                  <a:pt x="26683" y="84577"/>
                </a:cubicBezTo>
                <a:cubicBezTo>
                  <a:pt x="19874" y="89693"/>
                  <a:pt x="13507" y="93079"/>
                  <a:pt x="7655" y="93851"/>
                </a:cubicBezTo>
                <a:cubicBezTo>
                  <a:pt x="2834" y="94477"/>
                  <a:pt x="-589" y="98930"/>
                  <a:pt x="74" y="103789"/>
                </a:cubicBezTo>
                <a:cubicBezTo>
                  <a:pt x="736" y="108647"/>
                  <a:pt x="5153" y="112033"/>
                  <a:pt x="10011" y="111370"/>
                </a:cubicBezTo>
                <a:cubicBezTo>
                  <a:pt x="20390" y="109972"/>
                  <a:pt x="29738" y="104414"/>
                  <a:pt x="37320" y="98673"/>
                </a:cubicBezTo>
                <a:cubicBezTo>
                  <a:pt x="45159" y="92747"/>
                  <a:pt x="55685" y="92747"/>
                  <a:pt x="63525" y="98673"/>
                </a:cubicBezTo>
                <a:cubicBezTo>
                  <a:pt x="72431" y="105408"/>
                  <a:pt x="82773" y="111886"/>
                  <a:pt x="94219" y="111886"/>
                </a:cubicBezTo>
                <a:cubicBezTo>
                  <a:pt x="105666" y="111886"/>
                  <a:pt x="115971" y="105371"/>
                  <a:pt x="124914" y="98673"/>
                </a:cubicBezTo>
                <a:cubicBezTo>
                  <a:pt x="132754" y="92747"/>
                  <a:pt x="143280" y="92747"/>
                  <a:pt x="151119" y="98673"/>
                </a:cubicBezTo>
                <a:close/>
                <a:moveTo>
                  <a:pt x="124914" y="151671"/>
                </a:moveTo>
                <a:cubicBezTo>
                  <a:pt x="132754" y="145746"/>
                  <a:pt x="143280" y="145746"/>
                  <a:pt x="151119" y="151671"/>
                </a:cubicBezTo>
                <a:cubicBezTo>
                  <a:pt x="158738" y="157413"/>
                  <a:pt x="168049" y="162970"/>
                  <a:pt x="178428" y="164369"/>
                </a:cubicBezTo>
                <a:cubicBezTo>
                  <a:pt x="183250" y="165031"/>
                  <a:pt x="187703" y="161608"/>
                  <a:pt x="188365" y="156787"/>
                </a:cubicBezTo>
                <a:cubicBezTo>
                  <a:pt x="189028" y="151966"/>
                  <a:pt x="185605" y="147512"/>
                  <a:pt x="180784" y="146850"/>
                </a:cubicBezTo>
                <a:cubicBezTo>
                  <a:pt x="174932" y="146077"/>
                  <a:pt x="168565" y="142691"/>
                  <a:pt x="161756" y="137575"/>
                </a:cubicBezTo>
                <a:cubicBezTo>
                  <a:pt x="147623" y="126902"/>
                  <a:pt x="128448" y="126902"/>
                  <a:pt x="114278" y="137575"/>
                </a:cubicBezTo>
                <a:cubicBezTo>
                  <a:pt x="105445" y="144237"/>
                  <a:pt x="99298" y="147255"/>
                  <a:pt x="94219" y="147255"/>
                </a:cubicBezTo>
                <a:cubicBezTo>
                  <a:pt x="89140" y="147255"/>
                  <a:pt x="82994" y="144237"/>
                  <a:pt x="74161" y="137575"/>
                </a:cubicBezTo>
                <a:cubicBezTo>
                  <a:pt x="60028" y="126902"/>
                  <a:pt x="40853" y="126902"/>
                  <a:pt x="26683" y="137575"/>
                </a:cubicBezTo>
                <a:cubicBezTo>
                  <a:pt x="19874" y="142691"/>
                  <a:pt x="13507" y="146077"/>
                  <a:pt x="7655" y="146850"/>
                </a:cubicBezTo>
                <a:cubicBezTo>
                  <a:pt x="2834" y="147512"/>
                  <a:pt x="-589" y="151929"/>
                  <a:pt x="74" y="156787"/>
                </a:cubicBezTo>
                <a:cubicBezTo>
                  <a:pt x="736" y="161645"/>
                  <a:pt x="5153" y="165031"/>
                  <a:pt x="10011" y="164369"/>
                </a:cubicBezTo>
                <a:cubicBezTo>
                  <a:pt x="20390" y="162970"/>
                  <a:pt x="29738" y="157413"/>
                  <a:pt x="37320" y="151671"/>
                </a:cubicBezTo>
                <a:cubicBezTo>
                  <a:pt x="45159" y="145746"/>
                  <a:pt x="55685" y="145746"/>
                  <a:pt x="63525" y="151671"/>
                </a:cubicBezTo>
                <a:cubicBezTo>
                  <a:pt x="72431" y="158406"/>
                  <a:pt x="82773" y="164884"/>
                  <a:pt x="94219" y="164884"/>
                </a:cubicBezTo>
                <a:cubicBezTo>
                  <a:pt x="105666" y="164884"/>
                  <a:pt x="115971" y="158370"/>
                  <a:pt x="124914" y="151671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1" name="Text 59"/>
          <p:cNvSpPr/>
          <p:nvPr/>
        </p:nvSpPr>
        <p:spPr>
          <a:xfrm>
            <a:off x="8647581" y="1413292"/>
            <a:ext cx="128138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Waterfall Model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98969" y="1790170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3" name="Text 61"/>
          <p:cNvSpPr/>
          <p:nvPr/>
        </p:nvSpPr>
        <p:spPr>
          <a:xfrm>
            <a:off x="8270703" y="1790170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00471" y="1809014"/>
            <a:ext cx="139444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 Analysis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98969" y="209167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6" name="Text 64"/>
          <p:cNvSpPr/>
          <p:nvPr/>
        </p:nvSpPr>
        <p:spPr>
          <a:xfrm>
            <a:off x="8270703" y="2091672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600471" y="2110516"/>
            <a:ext cx="94219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98969" y="2393175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9" name="Text 67"/>
          <p:cNvSpPr/>
          <p:nvPr/>
        </p:nvSpPr>
        <p:spPr>
          <a:xfrm>
            <a:off x="8270703" y="2393175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00471" y="2412019"/>
            <a:ext cx="97988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98969" y="2694677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2" name="Text 70"/>
          <p:cNvSpPr/>
          <p:nvPr/>
        </p:nvSpPr>
        <p:spPr>
          <a:xfrm>
            <a:off x="8270703" y="2694677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00471" y="2713521"/>
            <a:ext cx="50878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98969" y="2996179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5" name="Text 73"/>
          <p:cNvSpPr/>
          <p:nvPr/>
        </p:nvSpPr>
        <p:spPr>
          <a:xfrm>
            <a:off x="8270703" y="2996179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600471" y="3015023"/>
            <a:ext cx="77260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98969" y="329768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0" y="0"/>
                </a:moveTo>
                <a:lnTo>
                  <a:pt x="226127" y="0"/>
                </a:lnTo>
                <a:lnTo>
                  <a:pt x="226127" y="226127"/>
                </a:lnTo>
                <a:lnTo>
                  <a:pt x="0" y="226127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8" name="Text 76"/>
          <p:cNvSpPr/>
          <p:nvPr/>
        </p:nvSpPr>
        <p:spPr>
          <a:xfrm>
            <a:off x="8270703" y="3297682"/>
            <a:ext cx="28265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600471" y="3316526"/>
            <a:ext cx="81970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129374" y="3844155"/>
            <a:ext cx="3683981" cy="3015023"/>
          </a:xfrm>
          <a:custGeom>
            <a:avLst/>
            <a:gdLst/>
            <a:ahLst/>
            <a:cxnLst/>
            <a:rect l="l" t="t" r="r" b="b"/>
            <a:pathLst>
              <a:path w="3683981" h="3015023">
                <a:moveTo>
                  <a:pt x="0" y="0"/>
                </a:moveTo>
                <a:lnTo>
                  <a:pt x="3683981" y="0"/>
                </a:lnTo>
                <a:lnTo>
                  <a:pt x="3683981" y="3015023"/>
                </a:lnTo>
                <a:lnTo>
                  <a:pt x="0" y="30150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303680" y="4032594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26092" y="3460"/>
                </a:moveTo>
                <a:cubicBezTo>
                  <a:pt x="121492" y="-1141"/>
                  <a:pt x="114020" y="-1141"/>
                  <a:pt x="109420" y="3460"/>
                </a:cubicBezTo>
                <a:cubicBezTo>
                  <a:pt x="104819" y="8060"/>
                  <a:pt x="104819" y="15531"/>
                  <a:pt x="109420" y="20132"/>
                </a:cubicBezTo>
                <a:lnTo>
                  <a:pt x="112879" y="23555"/>
                </a:lnTo>
                <a:lnTo>
                  <a:pt x="10342" y="126092"/>
                </a:lnTo>
                <a:cubicBezTo>
                  <a:pt x="3717" y="132717"/>
                  <a:pt x="0" y="141697"/>
                  <a:pt x="0" y="151082"/>
                </a:cubicBezTo>
                <a:lnTo>
                  <a:pt x="0" y="153107"/>
                </a:lnTo>
                <a:cubicBezTo>
                  <a:pt x="0" y="172613"/>
                  <a:pt x="15826" y="188439"/>
                  <a:pt x="35332" y="188439"/>
                </a:cubicBezTo>
                <a:lnTo>
                  <a:pt x="37357" y="188439"/>
                </a:lnTo>
                <a:cubicBezTo>
                  <a:pt x="46742" y="188439"/>
                  <a:pt x="55722" y="184722"/>
                  <a:pt x="62347" y="178097"/>
                </a:cubicBezTo>
                <a:lnTo>
                  <a:pt x="164884" y="75560"/>
                </a:lnTo>
                <a:lnTo>
                  <a:pt x="168344" y="79019"/>
                </a:lnTo>
                <a:cubicBezTo>
                  <a:pt x="172944" y="83620"/>
                  <a:pt x="180416" y="83620"/>
                  <a:pt x="185016" y="79019"/>
                </a:cubicBezTo>
                <a:cubicBezTo>
                  <a:pt x="189617" y="74419"/>
                  <a:pt x="189617" y="66947"/>
                  <a:pt x="185016" y="62347"/>
                </a:cubicBezTo>
                <a:lnTo>
                  <a:pt x="126129" y="3460"/>
                </a:lnTo>
                <a:close/>
                <a:moveTo>
                  <a:pt x="75560" y="94219"/>
                </a:moveTo>
                <a:lnTo>
                  <a:pt x="129552" y="40227"/>
                </a:lnTo>
                <a:lnTo>
                  <a:pt x="148212" y="58887"/>
                </a:lnTo>
                <a:lnTo>
                  <a:pt x="112879" y="94219"/>
                </a:lnTo>
                <a:lnTo>
                  <a:pt x="75523" y="94219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2" name="Text 80"/>
          <p:cNvSpPr/>
          <p:nvPr/>
        </p:nvSpPr>
        <p:spPr>
          <a:xfrm>
            <a:off x="8628737" y="3994906"/>
            <a:ext cx="132849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80125" y="4371784"/>
            <a:ext cx="3382479" cy="527629"/>
          </a:xfrm>
          <a:custGeom>
            <a:avLst/>
            <a:gdLst/>
            <a:ahLst/>
            <a:cxnLst/>
            <a:rect l="l" t="t" r="r" b="b"/>
            <a:pathLst>
              <a:path w="3382479" h="527629">
                <a:moveTo>
                  <a:pt x="0" y="0"/>
                </a:moveTo>
                <a:lnTo>
                  <a:pt x="3382479" y="0"/>
                </a:lnTo>
                <a:lnTo>
                  <a:pt x="3382479" y="527629"/>
                </a:lnTo>
                <a:lnTo>
                  <a:pt x="0" y="52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8355501" y="4447159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355501" y="4635598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modules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280125" y="4974788"/>
            <a:ext cx="3382479" cy="527629"/>
          </a:xfrm>
          <a:custGeom>
            <a:avLst/>
            <a:gdLst/>
            <a:ahLst/>
            <a:cxnLst/>
            <a:rect l="l" t="t" r="r" b="b"/>
            <a:pathLst>
              <a:path w="3382479" h="527629">
                <a:moveTo>
                  <a:pt x="0" y="0"/>
                </a:moveTo>
                <a:lnTo>
                  <a:pt x="3382479" y="0"/>
                </a:lnTo>
                <a:lnTo>
                  <a:pt x="3382479" y="527629"/>
                </a:lnTo>
                <a:lnTo>
                  <a:pt x="0" y="52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8355501" y="5050164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Testing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8355501" y="5238603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interactions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280125" y="5577793"/>
            <a:ext cx="3382479" cy="527629"/>
          </a:xfrm>
          <a:custGeom>
            <a:avLst/>
            <a:gdLst/>
            <a:ahLst/>
            <a:cxnLst/>
            <a:rect l="l" t="t" r="r" b="b"/>
            <a:pathLst>
              <a:path w="3382479" h="527629">
                <a:moveTo>
                  <a:pt x="0" y="0"/>
                </a:moveTo>
                <a:lnTo>
                  <a:pt x="3382479" y="0"/>
                </a:lnTo>
                <a:lnTo>
                  <a:pt x="3382479" y="527629"/>
                </a:lnTo>
                <a:lnTo>
                  <a:pt x="0" y="52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8355501" y="5653168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Testing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355501" y="5841607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application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280125" y="6180798"/>
            <a:ext cx="3382479" cy="527629"/>
          </a:xfrm>
          <a:custGeom>
            <a:avLst/>
            <a:gdLst/>
            <a:ahLst/>
            <a:cxnLst/>
            <a:rect l="l" t="t" r="r" b="b"/>
            <a:pathLst>
              <a:path w="3382479" h="527629">
                <a:moveTo>
                  <a:pt x="0" y="0"/>
                </a:moveTo>
                <a:lnTo>
                  <a:pt x="3382479" y="0"/>
                </a:lnTo>
                <a:lnTo>
                  <a:pt x="3382479" y="527629"/>
                </a:lnTo>
                <a:lnTo>
                  <a:pt x="0" y="527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30196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8355501" y="6256173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UAT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355501" y="6444612"/>
            <a:ext cx="3297682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Pharmacy staff testing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763" y="766763"/>
            <a:ext cx="1514475" cy="1514475"/>
          </a:xfrm>
          <a:custGeom>
            <a:avLst/>
            <a:gdLst/>
            <a:ahLst/>
            <a:cxnLst/>
            <a:rect l="l" t="t" r="r" b="b"/>
            <a:pathLst>
              <a:path w="1514475" h="1514475">
                <a:moveTo>
                  <a:pt x="0" y="0"/>
                </a:moveTo>
                <a:lnTo>
                  <a:pt x="1514475" y="0"/>
                </a:lnTo>
                <a:lnTo>
                  <a:pt x="151447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01163" y="3967163"/>
            <a:ext cx="2124075" cy="2124075"/>
          </a:xfrm>
          <a:custGeom>
            <a:avLst/>
            <a:gdLst/>
            <a:ahLst/>
            <a:cxnLst/>
            <a:rect l="l" t="t" r="r" b="b"/>
            <a:pathLst>
              <a:path w="2124075" h="2124075">
                <a:moveTo>
                  <a:pt x="0" y="0"/>
                </a:moveTo>
                <a:lnTo>
                  <a:pt x="2124075" y="0"/>
                </a:lnTo>
                <a:lnTo>
                  <a:pt x="2124075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DF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0" y="4191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38100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4619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Flow Diagram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262063"/>
            <a:ext cx="11420475" cy="4162425"/>
          </a:xfrm>
          <a:custGeom>
            <a:avLst/>
            <a:gdLst/>
            <a:ahLst/>
            <a:cxnLst/>
            <a:rect l="l" t="t" r="r" b="b"/>
            <a:pathLst>
              <a:path w="11420475" h="4162425">
                <a:moveTo>
                  <a:pt x="0" y="0"/>
                </a:moveTo>
                <a:lnTo>
                  <a:pt x="11420475" y="0"/>
                </a:lnTo>
                <a:lnTo>
                  <a:pt x="11420475" y="4162425"/>
                </a:lnTo>
                <a:lnTo>
                  <a:pt x="0" y="4162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pic>
        <p:nvPicPr>
          <p:cNvPr id="8" name="Image 0" descr="https://kimi-img.moonshot.cn/pub/slides/26-02-21-05:54:23-d6cdg3rv466km99p9ec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1457325"/>
            <a:ext cx="11029950" cy="37719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85763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0" y="0"/>
                </a:moveTo>
                <a:lnTo>
                  <a:pt x="3695700" y="0"/>
                </a:lnTo>
                <a:lnTo>
                  <a:pt x="369570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206" y="57340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747713" y="5705475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4825" y="5972175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Admin, Pharmacist, Cashier with role-based access control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6513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0" y="0"/>
                </a:moveTo>
                <a:lnTo>
                  <a:pt x="3695700" y="0"/>
                </a:lnTo>
                <a:lnTo>
                  <a:pt x="369570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4625" y="5734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463" y="57054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65575" y="5972175"/>
            <a:ext cx="352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updates across all modules with centralized database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07263" y="5586413"/>
            <a:ext cx="3695700" cy="885825"/>
          </a:xfrm>
          <a:custGeom>
            <a:avLst/>
            <a:gdLst/>
            <a:ahLst/>
            <a:cxnLst/>
            <a:rect l="l" t="t" r="r" b="b"/>
            <a:pathLst>
              <a:path w="3695700" h="885825">
                <a:moveTo>
                  <a:pt x="0" y="0"/>
                </a:moveTo>
                <a:lnTo>
                  <a:pt x="3695700" y="0"/>
                </a:lnTo>
                <a:lnTo>
                  <a:pt x="369570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5376" y="5734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6"/>
          <p:cNvSpPr/>
          <p:nvPr/>
        </p:nvSpPr>
        <p:spPr>
          <a:xfrm>
            <a:off x="8469213" y="5705475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6326" y="5972175"/>
            <a:ext cx="352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Authentication, authorization, and audit trails for compliance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33e58bd2cdf5ea5170978120d8e52586e5a594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4" b="77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/>
              </a:gs>
              <a:gs pos="50000">
                <a:srgbClr val="000000">
                  <a:alpha val="90000"/>
                </a:srgbClr>
              </a:gs>
              <a:gs pos="100000">
                <a:srgbClr val="000000">
                  <a:alpha val="7000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3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13157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5"/>
          <p:cNvSpPr/>
          <p:nvPr/>
        </p:nvSpPr>
        <p:spPr>
          <a:xfrm>
            <a:off x="115062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169670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0" y="11334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8"/>
          <p:cNvSpPr/>
          <p:nvPr/>
        </p:nvSpPr>
        <p:spPr>
          <a:xfrm>
            <a:off x="4334173" y="1476375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23907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0"/>
          <p:cNvSpPr/>
          <p:nvPr/>
        </p:nvSpPr>
        <p:spPr>
          <a:xfrm>
            <a:off x="4532858" y="3038475"/>
            <a:ext cx="3124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28257" y="3838575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RALPH OSIKO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33020" y="41433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33020" y="4410075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23/08138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90667" y="383857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JACOB OLOO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95430" y="41433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928318" y="5138738"/>
            <a:ext cx="4333875" cy="581025"/>
          </a:xfrm>
          <a:custGeom>
            <a:avLst/>
            <a:gdLst/>
            <a:ahLst/>
            <a:cxnLst/>
            <a:rect l="l" t="t" r="r" b="b"/>
            <a:pathLst>
              <a:path w="4333875" h="581025">
                <a:moveTo>
                  <a:pt x="0" y="0"/>
                </a:moveTo>
                <a:lnTo>
                  <a:pt x="4333875" y="0"/>
                </a:lnTo>
                <a:lnTo>
                  <a:pt x="433387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2700">
            <a:solidFill>
              <a:srgbClr val="DDFF00">
                <a:alpha val="3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71243" y="529590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KCA University | BSc Information Technology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POS Management System</dc:title>
  <dc:subject>Pharmacy POS Management System</dc:subject>
  <dc:creator>Kimi</dc:creator>
  <cp:lastModifiedBy>Kimi</cp:lastModifiedBy>
  <cp:revision>1</cp:revision>
  <dcterms:created xsi:type="dcterms:W3CDTF">2026-02-20T22:15:36Z</dcterms:created>
  <dcterms:modified xsi:type="dcterms:W3CDTF">2026-02-20T22:15:36Z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{"Label":"Pharmacy POS Management System","ContentProducer":"001191110108MACG2KBH8F10000","ProduceID":"19c7d0b9-d772-85e0-8000-00009add6b99","ReservedCode1":"","ContentPropagator":"001191110108MACG2KBH8F20000","PropagateID":"19c7d0b9-d772-85e0-8000-00009add6b99","ReservedCode2":""}</vt:lpwstr>
  </property>
</Properties>
</file>